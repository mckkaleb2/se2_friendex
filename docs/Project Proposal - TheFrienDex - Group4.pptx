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9.xml" ContentType="application/vnd.openxmlformats-officedocument.drawingml.diagramData+xml"/>
  <Override PartName="/ppt/diagrams/data6.xml" ContentType="application/vnd.openxmlformats-officedocument.drawingml.diagramData+xml"/>
  <Override PartName="/ppt/diagrams/data8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diagrams/data7.xml" ContentType="application/vnd.openxmlformats-officedocument.drawingml.diagramData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6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digital-signature/origin" Target="_xmlsignatures/origin.sigs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72" r:id="rId9"/>
    <p:sldId id="268" r:id="rId10"/>
    <p:sldId id="260" r:id="rId11"/>
    <p:sldId id="262" r:id="rId12"/>
    <p:sldId id="261" r:id="rId13"/>
    <p:sldId id="265" r:id="rId14"/>
    <p:sldId id="270" r:id="rId15"/>
    <p:sldId id="269" r:id="rId16"/>
    <p:sldId id="271" r:id="rId17"/>
    <p:sldId id="264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7F6B4-E00B-4700-9590-F26CB736EBAF}" v="3" dt="2026-01-29T15:59:14.603"/>
    <p1510:client id="{22979B2F-A101-4CF8-97A7-4E811D364B22}" v="2" dt="2026-03-24T15:31:03.334"/>
    <p1510:client id="{C701ADA6-2424-491F-AC18-7AB6E1E9FB68}" v="3306" dt="2026-01-29T15:11:41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C839FC-4ED8-448B-949D-A56867E724F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3A75448-D415-4CD7-BAD9-125D37D575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 front-end design</a:t>
          </a:r>
        </a:p>
      </dgm:t>
    </dgm:pt>
    <dgm:pt modelId="{8CE2623B-8F04-4603-9057-113099DB50DD}" type="parTrans" cxnId="{5CDA9F80-4F9D-49AC-BF54-74F830AB98B7}">
      <dgm:prSet/>
      <dgm:spPr/>
      <dgm:t>
        <a:bodyPr/>
        <a:lstStyle/>
        <a:p>
          <a:endParaRPr lang="en-US"/>
        </a:p>
      </dgm:t>
    </dgm:pt>
    <dgm:pt modelId="{6F466A11-0F71-46BA-A603-4296B3304C80}" type="sibTrans" cxnId="{5CDA9F80-4F9D-49AC-BF54-74F830AB98B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0897AC-0010-4B62-81D3-C5122DEA06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Multi-level organization of notes</a:t>
          </a:r>
        </a:p>
      </dgm:t>
    </dgm:pt>
    <dgm:pt modelId="{9CDC68DE-29C5-4A84-9DB5-9D18F0AA13D9}" type="parTrans" cxnId="{B062BCD1-9E44-4528-A538-E8013239BEEA}">
      <dgm:prSet/>
      <dgm:spPr/>
      <dgm:t>
        <a:bodyPr/>
        <a:lstStyle/>
        <a:p>
          <a:endParaRPr lang="en-US"/>
        </a:p>
      </dgm:t>
    </dgm:pt>
    <dgm:pt modelId="{80081A26-F566-4EE0-8B14-FF6DE03C4AB6}" type="sibTrans" cxnId="{B062BCD1-9E44-4528-A538-E8013239BE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1D0B08-D5EB-4AC1-A5FD-307D9280E1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Notes themselves have organization strategies</a:t>
          </a:r>
        </a:p>
      </dgm:t>
    </dgm:pt>
    <dgm:pt modelId="{BFFB9C4B-A32E-4BD4-8555-FF0758362B77}" type="parTrans" cxnId="{523C6D5A-716F-4B8A-9517-D0623E29D43A}">
      <dgm:prSet/>
      <dgm:spPr/>
      <dgm:t>
        <a:bodyPr/>
        <a:lstStyle/>
        <a:p>
          <a:endParaRPr lang="en-US"/>
        </a:p>
      </dgm:t>
    </dgm:pt>
    <dgm:pt modelId="{E08D24CA-3F57-49AA-949E-0E763DE20C1B}" type="sibTrans" cxnId="{523C6D5A-716F-4B8A-9517-D0623E29D4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4E79A5-332A-45B4-91D4-242A900011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Notes can contain images</a:t>
          </a:r>
        </a:p>
      </dgm:t>
    </dgm:pt>
    <dgm:pt modelId="{E601CB28-F681-4D2B-B636-C9E6CDB2646A}" type="parTrans" cxnId="{162B9359-731D-455D-A93E-1FCAB67EC065}">
      <dgm:prSet/>
      <dgm:spPr/>
      <dgm:t>
        <a:bodyPr/>
        <a:lstStyle/>
        <a:p>
          <a:endParaRPr lang="en-US"/>
        </a:p>
      </dgm:t>
    </dgm:pt>
    <dgm:pt modelId="{B61458E0-157B-44F4-9015-1B5A35804BC5}" type="sibTrans" cxnId="{162B9359-731D-455D-A93E-1FCAB67EC065}">
      <dgm:prSet/>
      <dgm:spPr/>
      <dgm:t>
        <a:bodyPr/>
        <a:lstStyle/>
        <a:p>
          <a:endParaRPr lang="en-US"/>
        </a:p>
      </dgm:t>
    </dgm:pt>
    <dgm:pt modelId="{2E1E28A3-9E20-4728-89FD-0A4CC0D69FF3}" type="pres">
      <dgm:prSet presAssocID="{F0C839FC-4ED8-448B-949D-A56867E724F5}" presName="root" presStyleCnt="0">
        <dgm:presLayoutVars>
          <dgm:dir/>
          <dgm:resizeHandles val="exact"/>
        </dgm:presLayoutVars>
      </dgm:prSet>
      <dgm:spPr/>
    </dgm:pt>
    <dgm:pt modelId="{AD7EAA15-0A57-4694-A309-B50A894CB2BA}" type="pres">
      <dgm:prSet presAssocID="{F0C839FC-4ED8-448B-949D-A56867E724F5}" presName="container" presStyleCnt="0">
        <dgm:presLayoutVars>
          <dgm:dir/>
          <dgm:resizeHandles val="exact"/>
        </dgm:presLayoutVars>
      </dgm:prSet>
      <dgm:spPr/>
    </dgm:pt>
    <dgm:pt modelId="{A841CA91-504B-489F-B800-199EE95E6A04}" type="pres">
      <dgm:prSet presAssocID="{A3A75448-D415-4CD7-BAD9-125D37D57550}" presName="compNode" presStyleCnt="0"/>
      <dgm:spPr/>
    </dgm:pt>
    <dgm:pt modelId="{84ADE1E0-8A96-485B-917B-832552C2B27C}" type="pres">
      <dgm:prSet presAssocID="{A3A75448-D415-4CD7-BAD9-125D37D57550}" presName="iconBgRect" presStyleLbl="bgShp" presStyleIdx="0" presStyleCnt="4"/>
      <dgm:spPr/>
    </dgm:pt>
    <dgm:pt modelId="{E8F64340-D448-41E2-B115-DA558441D2B6}" type="pres">
      <dgm:prSet presAssocID="{A3A75448-D415-4CD7-BAD9-125D37D575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ch ball"/>
        </a:ext>
      </dgm:extLst>
    </dgm:pt>
    <dgm:pt modelId="{F68B5894-451E-4B28-9A0C-CAEAE5894FF8}" type="pres">
      <dgm:prSet presAssocID="{A3A75448-D415-4CD7-BAD9-125D37D57550}" presName="spaceRect" presStyleCnt="0"/>
      <dgm:spPr/>
    </dgm:pt>
    <dgm:pt modelId="{542C7A48-7FE7-42DA-9224-63120B413FCE}" type="pres">
      <dgm:prSet presAssocID="{A3A75448-D415-4CD7-BAD9-125D37D57550}" presName="textRect" presStyleLbl="revTx" presStyleIdx="0" presStyleCnt="4">
        <dgm:presLayoutVars>
          <dgm:chMax val="1"/>
          <dgm:chPref val="1"/>
        </dgm:presLayoutVars>
      </dgm:prSet>
      <dgm:spPr/>
    </dgm:pt>
    <dgm:pt modelId="{E581ECE5-7D9F-4578-BBE0-8EA48657EEB5}" type="pres">
      <dgm:prSet presAssocID="{6F466A11-0F71-46BA-A603-4296B3304C80}" presName="sibTrans" presStyleLbl="sibTrans2D1" presStyleIdx="0" presStyleCnt="0"/>
      <dgm:spPr/>
    </dgm:pt>
    <dgm:pt modelId="{E0089589-A46E-47B8-AC0B-2FE364FAAD06}" type="pres">
      <dgm:prSet presAssocID="{680897AC-0010-4B62-81D3-C5122DEA063C}" presName="compNode" presStyleCnt="0"/>
      <dgm:spPr/>
    </dgm:pt>
    <dgm:pt modelId="{662F610B-308C-439F-9D95-34DDB5CCB75F}" type="pres">
      <dgm:prSet presAssocID="{680897AC-0010-4B62-81D3-C5122DEA063C}" presName="iconBgRect" presStyleLbl="bgShp" presStyleIdx="1" presStyleCnt="4"/>
      <dgm:spPr/>
    </dgm:pt>
    <dgm:pt modelId="{451516A5-F576-49A3-84AE-FBEBC5A3DDC4}" type="pres">
      <dgm:prSet presAssocID="{680897AC-0010-4B62-81D3-C5122DEA06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67C40A87-BBB7-489F-A18F-4E5A87ED62BF}" type="pres">
      <dgm:prSet presAssocID="{680897AC-0010-4B62-81D3-C5122DEA063C}" presName="spaceRect" presStyleCnt="0"/>
      <dgm:spPr/>
    </dgm:pt>
    <dgm:pt modelId="{D71A0CEB-7F02-4D77-8584-2563F6B5B15A}" type="pres">
      <dgm:prSet presAssocID="{680897AC-0010-4B62-81D3-C5122DEA063C}" presName="textRect" presStyleLbl="revTx" presStyleIdx="1" presStyleCnt="4">
        <dgm:presLayoutVars>
          <dgm:chMax val="1"/>
          <dgm:chPref val="1"/>
        </dgm:presLayoutVars>
      </dgm:prSet>
      <dgm:spPr/>
    </dgm:pt>
    <dgm:pt modelId="{72CAB49A-1807-47FC-85DF-77EA1DF307B4}" type="pres">
      <dgm:prSet presAssocID="{80081A26-F566-4EE0-8B14-FF6DE03C4AB6}" presName="sibTrans" presStyleLbl="sibTrans2D1" presStyleIdx="0" presStyleCnt="0"/>
      <dgm:spPr/>
    </dgm:pt>
    <dgm:pt modelId="{DCAFB1AD-D471-47AB-BE97-2E0E5D70C1FB}" type="pres">
      <dgm:prSet presAssocID="{291D0B08-D5EB-4AC1-A5FD-307D9280E104}" presName="compNode" presStyleCnt="0"/>
      <dgm:spPr/>
    </dgm:pt>
    <dgm:pt modelId="{B56AB481-0E64-48C2-8FCE-56DBA8A3DD00}" type="pres">
      <dgm:prSet presAssocID="{291D0B08-D5EB-4AC1-A5FD-307D9280E104}" presName="iconBgRect" presStyleLbl="bgShp" presStyleIdx="2" presStyleCnt="4"/>
      <dgm:spPr/>
    </dgm:pt>
    <dgm:pt modelId="{CD141AEA-9792-4FD5-BE6E-85D9D5CE4C87}" type="pres">
      <dgm:prSet presAssocID="{291D0B08-D5EB-4AC1-A5FD-307D9280E1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DE5B7A4-F10F-4439-BD8A-783B1F5C71F9}" type="pres">
      <dgm:prSet presAssocID="{291D0B08-D5EB-4AC1-A5FD-307D9280E104}" presName="spaceRect" presStyleCnt="0"/>
      <dgm:spPr/>
    </dgm:pt>
    <dgm:pt modelId="{4DF42542-8959-425D-A5DD-2751BB6AFA3A}" type="pres">
      <dgm:prSet presAssocID="{291D0B08-D5EB-4AC1-A5FD-307D9280E104}" presName="textRect" presStyleLbl="revTx" presStyleIdx="2" presStyleCnt="4">
        <dgm:presLayoutVars>
          <dgm:chMax val="1"/>
          <dgm:chPref val="1"/>
        </dgm:presLayoutVars>
      </dgm:prSet>
      <dgm:spPr/>
    </dgm:pt>
    <dgm:pt modelId="{202069C7-770F-478C-86B5-7F31026974EF}" type="pres">
      <dgm:prSet presAssocID="{E08D24CA-3F57-49AA-949E-0E763DE20C1B}" presName="sibTrans" presStyleLbl="sibTrans2D1" presStyleIdx="0" presStyleCnt="0"/>
      <dgm:spPr/>
    </dgm:pt>
    <dgm:pt modelId="{8FB6CA80-6529-45BA-B2D0-6D03048EC70F}" type="pres">
      <dgm:prSet presAssocID="{B94E79A5-332A-45B4-91D4-242A90001153}" presName="compNode" presStyleCnt="0"/>
      <dgm:spPr/>
    </dgm:pt>
    <dgm:pt modelId="{1EC4DF87-0D83-4457-B680-E1C4BDD6F0FC}" type="pres">
      <dgm:prSet presAssocID="{B94E79A5-332A-45B4-91D4-242A90001153}" presName="iconBgRect" presStyleLbl="bgShp" presStyleIdx="3" presStyleCnt="4"/>
      <dgm:spPr/>
    </dgm:pt>
    <dgm:pt modelId="{9DAE1468-50DD-4026-9F16-B24B8DFCD0CF}" type="pres">
      <dgm:prSet presAssocID="{B94E79A5-332A-45B4-91D4-242A900011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D21FA470-3D98-49D1-86B8-4249EB4245A4}" type="pres">
      <dgm:prSet presAssocID="{B94E79A5-332A-45B4-91D4-242A90001153}" presName="spaceRect" presStyleCnt="0"/>
      <dgm:spPr/>
    </dgm:pt>
    <dgm:pt modelId="{427DBC5D-D967-4297-8F8F-CEBC9D23B5C6}" type="pres">
      <dgm:prSet presAssocID="{B94E79A5-332A-45B4-91D4-242A900011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DCBD10-EFD2-43CF-997A-6C8A1AC55DC8}" type="presOf" srcId="{F0C839FC-4ED8-448B-949D-A56867E724F5}" destId="{2E1E28A3-9E20-4728-89FD-0A4CC0D69FF3}" srcOrd="0" destOrd="0" presId="urn:microsoft.com/office/officeart/2018/2/layout/IconCircleList"/>
    <dgm:cxn modelId="{B178D72F-E899-4F88-948F-2E43ACD50EEC}" type="presOf" srcId="{80081A26-F566-4EE0-8B14-FF6DE03C4AB6}" destId="{72CAB49A-1807-47FC-85DF-77EA1DF307B4}" srcOrd="0" destOrd="0" presId="urn:microsoft.com/office/officeart/2018/2/layout/IconCircleList"/>
    <dgm:cxn modelId="{90201D3E-6029-43E4-A3DC-8D4005B33ACB}" type="presOf" srcId="{B94E79A5-332A-45B4-91D4-242A90001153}" destId="{427DBC5D-D967-4297-8F8F-CEBC9D23B5C6}" srcOrd="0" destOrd="0" presId="urn:microsoft.com/office/officeart/2018/2/layout/IconCircleList"/>
    <dgm:cxn modelId="{AEEF7449-A651-46E9-9874-CDD4779D359B}" type="presOf" srcId="{6F466A11-0F71-46BA-A603-4296B3304C80}" destId="{E581ECE5-7D9F-4578-BBE0-8EA48657EEB5}" srcOrd="0" destOrd="0" presId="urn:microsoft.com/office/officeart/2018/2/layout/IconCircleList"/>
    <dgm:cxn modelId="{ACA14351-7F35-46A9-8898-BC63A141874C}" type="presOf" srcId="{A3A75448-D415-4CD7-BAD9-125D37D57550}" destId="{542C7A48-7FE7-42DA-9224-63120B413FCE}" srcOrd="0" destOrd="0" presId="urn:microsoft.com/office/officeart/2018/2/layout/IconCircleList"/>
    <dgm:cxn modelId="{162B9359-731D-455D-A93E-1FCAB67EC065}" srcId="{F0C839FC-4ED8-448B-949D-A56867E724F5}" destId="{B94E79A5-332A-45B4-91D4-242A90001153}" srcOrd="3" destOrd="0" parTransId="{E601CB28-F681-4D2B-B636-C9E6CDB2646A}" sibTransId="{B61458E0-157B-44F4-9015-1B5A35804BC5}"/>
    <dgm:cxn modelId="{523C6D5A-716F-4B8A-9517-D0623E29D43A}" srcId="{F0C839FC-4ED8-448B-949D-A56867E724F5}" destId="{291D0B08-D5EB-4AC1-A5FD-307D9280E104}" srcOrd="2" destOrd="0" parTransId="{BFFB9C4B-A32E-4BD4-8555-FF0758362B77}" sibTransId="{E08D24CA-3F57-49AA-949E-0E763DE20C1B}"/>
    <dgm:cxn modelId="{0964887C-B592-4714-A031-7DDFF63C0CBE}" type="presOf" srcId="{291D0B08-D5EB-4AC1-A5FD-307D9280E104}" destId="{4DF42542-8959-425D-A5DD-2751BB6AFA3A}" srcOrd="0" destOrd="0" presId="urn:microsoft.com/office/officeart/2018/2/layout/IconCircleList"/>
    <dgm:cxn modelId="{5CDA9F80-4F9D-49AC-BF54-74F830AB98B7}" srcId="{F0C839FC-4ED8-448B-949D-A56867E724F5}" destId="{A3A75448-D415-4CD7-BAD9-125D37D57550}" srcOrd="0" destOrd="0" parTransId="{8CE2623B-8F04-4603-9057-113099DB50DD}" sibTransId="{6F466A11-0F71-46BA-A603-4296B3304C80}"/>
    <dgm:cxn modelId="{53C5FD9F-73CE-45A5-8F8B-0DD54C3CF3B2}" type="presOf" srcId="{680897AC-0010-4B62-81D3-C5122DEA063C}" destId="{D71A0CEB-7F02-4D77-8584-2563F6B5B15A}" srcOrd="0" destOrd="0" presId="urn:microsoft.com/office/officeart/2018/2/layout/IconCircleList"/>
    <dgm:cxn modelId="{B062BCD1-9E44-4528-A538-E8013239BEEA}" srcId="{F0C839FC-4ED8-448B-949D-A56867E724F5}" destId="{680897AC-0010-4B62-81D3-C5122DEA063C}" srcOrd="1" destOrd="0" parTransId="{9CDC68DE-29C5-4A84-9DB5-9D18F0AA13D9}" sibTransId="{80081A26-F566-4EE0-8B14-FF6DE03C4AB6}"/>
    <dgm:cxn modelId="{15C706F9-1A76-449E-A3D9-43AD8F3BF1AA}" type="presOf" srcId="{E08D24CA-3F57-49AA-949E-0E763DE20C1B}" destId="{202069C7-770F-478C-86B5-7F31026974EF}" srcOrd="0" destOrd="0" presId="urn:microsoft.com/office/officeart/2018/2/layout/IconCircleList"/>
    <dgm:cxn modelId="{97ECA9B8-AF23-4BAE-840F-DC4D90B53C41}" type="presParOf" srcId="{2E1E28A3-9E20-4728-89FD-0A4CC0D69FF3}" destId="{AD7EAA15-0A57-4694-A309-B50A894CB2BA}" srcOrd="0" destOrd="0" presId="urn:microsoft.com/office/officeart/2018/2/layout/IconCircleList"/>
    <dgm:cxn modelId="{ABB9DE37-270C-4BC9-A1DD-A36536355071}" type="presParOf" srcId="{AD7EAA15-0A57-4694-A309-B50A894CB2BA}" destId="{A841CA91-504B-489F-B800-199EE95E6A04}" srcOrd="0" destOrd="0" presId="urn:microsoft.com/office/officeart/2018/2/layout/IconCircleList"/>
    <dgm:cxn modelId="{8718A576-E0E5-4191-A7A2-2F737BCE7300}" type="presParOf" srcId="{A841CA91-504B-489F-B800-199EE95E6A04}" destId="{84ADE1E0-8A96-485B-917B-832552C2B27C}" srcOrd="0" destOrd="0" presId="urn:microsoft.com/office/officeart/2018/2/layout/IconCircleList"/>
    <dgm:cxn modelId="{93A97986-A74D-4CA0-AE41-414F4DC3292C}" type="presParOf" srcId="{A841CA91-504B-489F-B800-199EE95E6A04}" destId="{E8F64340-D448-41E2-B115-DA558441D2B6}" srcOrd="1" destOrd="0" presId="urn:microsoft.com/office/officeart/2018/2/layout/IconCircleList"/>
    <dgm:cxn modelId="{92A3B62B-FDAA-42D0-96E7-4C87A18376DF}" type="presParOf" srcId="{A841CA91-504B-489F-B800-199EE95E6A04}" destId="{F68B5894-451E-4B28-9A0C-CAEAE5894FF8}" srcOrd="2" destOrd="0" presId="urn:microsoft.com/office/officeart/2018/2/layout/IconCircleList"/>
    <dgm:cxn modelId="{C6320D5F-A54D-4BC6-AF6F-DFCCD251C360}" type="presParOf" srcId="{A841CA91-504B-489F-B800-199EE95E6A04}" destId="{542C7A48-7FE7-42DA-9224-63120B413FCE}" srcOrd="3" destOrd="0" presId="urn:microsoft.com/office/officeart/2018/2/layout/IconCircleList"/>
    <dgm:cxn modelId="{84519379-D2FA-4CF6-A6DB-37E73066BB99}" type="presParOf" srcId="{AD7EAA15-0A57-4694-A309-B50A894CB2BA}" destId="{E581ECE5-7D9F-4578-BBE0-8EA48657EEB5}" srcOrd="1" destOrd="0" presId="urn:microsoft.com/office/officeart/2018/2/layout/IconCircleList"/>
    <dgm:cxn modelId="{A24FB25E-BB3A-4B38-9327-999D7DAF6BC3}" type="presParOf" srcId="{AD7EAA15-0A57-4694-A309-B50A894CB2BA}" destId="{E0089589-A46E-47B8-AC0B-2FE364FAAD06}" srcOrd="2" destOrd="0" presId="urn:microsoft.com/office/officeart/2018/2/layout/IconCircleList"/>
    <dgm:cxn modelId="{30CE033A-3A20-4C4B-8034-32EE32D413BF}" type="presParOf" srcId="{E0089589-A46E-47B8-AC0B-2FE364FAAD06}" destId="{662F610B-308C-439F-9D95-34DDB5CCB75F}" srcOrd="0" destOrd="0" presId="urn:microsoft.com/office/officeart/2018/2/layout/IconCircleList"/>
    <dgm:cxn modelId="{AD2CD654-E2D9-4537-8039-4987FC257F7F}" type="presParOf" srcId="{E0089589-A46E-47B8-AC0B-2FE364FAAD06}" destId="{451516A5-F576-49A3-84AE-FBEBC5A3DDC4}" srcOrd="1" destOrd="0" presId="urn:microsoft.com/office/officeart/2018/2/layout/IconCircleList"/>
    <dgm:cxn modelId="{D78E1D0B-A878-47A5-BCE2-84874678C297}" type="presParOf" srcId="{E0089589-A46E-47B8-AC0B-2FE364FAAD06}" destId="{67C40A87-BBB7-489F-A18F-4E5A87ED62BF}" srcOrd="2" destOrd="0" presId="urn:microsoft.com/office/officeart/2018/2/layout/IconCircleList"/>
    <dgm:cxn modelId="{8C4CF2F4-C148-4296-8181-1E0B53C737A1}" type="presParOf" srcId="{E0089589-A46E-47B8-AC0B-2FE364FAAD06}" destId="{D71A0CEB-7F02-4D77-8584-2563F6B5B15A}" srcOrd="3" destOrd="0" presId="urn:microsoft.com/office/officeart/2018/2/layout/IconCircleList"/>
    <dgm:cxn modelId="{BDE9A64B-1706-464C-8605-D1E9D9AF8DC8}" type="presParOf" srcId="{AD7EAA15-0A57-4694-A309-B50A894CB2BA}" destId="{72CAB49A-1807-47FC-85DF-77EA1DF307B4}" srcOrd="3" destOrd="0" presId="urn:microsoft.com/office/officeart/2018/2/layout/IconCircleList"/>
    <dgm:cxn modelId="{433D9050-5045-4C76-996D-E80DCD9C7EC6}" type="presParOf" srcId="{AD7EAA15-0A57-4694-A309-B50A894CB2BA}" destId="{DCAFB1AD-D471-47AB-BE97-2E0E5D70C1FB}" srcOrd="4" destOrd="0" presId="urn:microsoft.com/office/officeart/2018/2/layout/IconCircleList"/>
    <dgm:cxn modelId="{F65AADA1-BC2C-4598-B7C0-187D5BCA6C57}" type="presParOf" srcId="{DCAFB1AD-D471-47AB-BE97-2E0E5D70C1FB}" destId="{B56AB481-0E64-48C2-8FCE-56DBA8A3DD00}" srcOrd="0" destOrd="0" presId="urn:microsoft.com/office/officeart/2018/2/layout/IconCircleList"/>
    <dgm:cxn modelId="{2C47D921-0CDF-4C8B-BF0F-3D562BED9D8D}" type="presParOf" srcId="{DCAFB1AD-D471-47AB-BE97-2E0E5D70C1FB}" destId="{CD141AEA-9792-4FD5-BE6E-85D9D5CE4C87}" srcOrd="1" destOrd="0" presId="urn:microsoft.com/office/officeart/2018/2/layout/IconCircleList"/>
    <dgm:cxn modelId="{E7645AC4-41C5-4FE6-AC87-D1CB572947F9}" type="presParOf" srcId="{DCAFB1AD-D471-47AB-BE97-2E0E5D70C1FB}" destId="{FDE5B7A4-F10F-4439-BD8A-783B1F5C71F9}" srcOrd="2" destOrd="0" presId="urn:microsoft.com/office/officeart/2018/2/layout/IconCircleList"/>
    <dgm:cxn modelId="{04662589-FADA-4700-814D-BA03A28F266D}" type="presParOf" srcId="{DCAFB1AD-D471-47AB-BE97-2E0E5D70C1FB}" destId="{4DF42542-8959-425D-A5DD-2751BB6AFA3A}" srcOrd="3" destOrd="0" presId="urn:microsoft.com/office/officeart/2018/2/layout/IconCircleList"/>
    <dgm:cxn modelId="{C0C481D5-6223-40AB-B240-5D8D74E8C011}" type="presParOf" srcId="{AD7EAA15-0A57-4694-A309-B50A894CB2BA}" destId="{202069C7-770F-478C-86B5-7F31026974EF}" srcOrd="5" destOrd="0" presId="urn:microsoft.com/office/officeart/2018/2/layout/IconCircleList"/>
    <dgm:cxn modelId="{524022B3-734E-4437-8065-8823E65722EE}" type="presParOf" srcId="{AD7EAA15-0A57-4694-A309-B50A894CB2BA}" destId="{8FB6CA80-6529-45BA-B2D0-6D03048EC70F}" srcOrd="6" destOrd="0" presId="urn:microsoft.com/office/officeart/2018/2/layout/IconCircleList"/>
    <dgm:cxn modelId="{9F05F982-A0D6-4CE5-9F75-37255DF37BBF}" type="presParOf" srcId="{8FB6CA80-6529-45BA-B2D0-6D03048EC70F}" destId="{1EC4DF87-0D83-4457-B680-E1C4BDD6F0FC}" srcOrd="0" destOrd="0" presId="urn:microsoft.com/office/officeart/2018/2/layout/IconCircleList"/>
    <dgm:cxn modelId="{413A9A8B-2A31-4F07-AE23-071E6E538095}" type="presParOf" srcId="{8FB6CA80-6529-45BA-B2D0-6D03048EC70F}" destId="{9DAE1468-50DD-4026-9F16-B24B8DFCD0CF}" srcOrd="1" destOrd="0" presId="urn:microsoft.com/office/officeart/2018/2/layout/IconCircleList"/>
    <dgm:cxn modelId="{01E4F17B-5957-4E1D-A288-5F8887684B58}" type="presParOf" srcId="{8FB6CA80-6529-45BA-B2D0-6D03048EC70F}" destId="{D21FA470-3D98-49D1-86B8-4249EB4245A4}" srcOrd="2" destOrd="0" presId="urn:microsoft.com/office/officeart/2018/2/layout/IconCircleList"/>
    <dgm:cxn modelId="{B9FCA9F4-4514-49BD-A7FF-C0CCD10FB811}" type="presParOf" srcId="{8FB6CA80-6529-45BA-B2D0-6D03048EC70F}" destId="{427DBC5D-D967-4297-8F8F-CEBC9D23B5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8AC03E-E064-4B91-99DA-212F9BAE00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9ECAD94-050B-4CA1-812F-133EE3429B22}">
      <dgm:prSet/>
      <dgm:spPr/>
      <dgm:t>
        <a:bodyPr/>
        <a:lstStyle/>
        <a:p>
          <a:pPr>
            <a:defRPr cap="all"/>
          </a:pPr>
          <a:r>
            <a:rPr lang="en-US"/>
            <a:t>Front-end Application</a:t>
          </a:r>
        </a:p>
      </dgm:t>
    </dgm:pt>
    <dgm:pt modelId="{724C76FF-01CA-4838-8C37-D0F022966AA0}" type="parTrans" cxnId="{856A3496-130B-4A40-9BD6-E854DE01F0E8}">
      <dgm:prSet/>
      <dgm:spPr/>
      <dgm:t>
        <a:bodyPr/>
        <a:lstStyle/>
        <a:p>
          <a:endParaRPr lang="en-US"/>
        </a:p>
      </dgm:t>
    </dgm:pt>
    <dgm:pt modelId="{72C6050F-E53B-4DE1-9F76-3E9D944C9310}" type="sibTrans" cxnId="{856A3496-130B-4A40-9BD6-E854DE01F0E8}">
      <dgm:prSet/>
      <dgm:spPr/>
      <dgm:t>
        <a:bodyPr/>
        <a:lstStyle/>
        <a:p>
          <a:endParaRPr lang="en-US"/>
        </a:p>
      </dgm:t>
    </dgm:pt>
    <dgm:pt modelId="{C20552ED-64DB-4BFF-90E3-C579036897D8}">
      <dgm:prSet/>
      <dgm:spPr/>
      <dgm:t>
        <a:bodyPr/>
        <a:lstStyle/>
        <a:p>
          <a:pPr>
            <a:defRPr cap="all"/>
          </a:pPr>
          <a:r>
            <a:rPr lang="en-US"/>
            <a:t>Local Back-end</a:t>
          </a:r>
        </a:p>
      </dgm:t>
    </dgm:pt>
    <dgm:pt modelId="{0B19C54A-2215-4CC8-A530-E041D19C5B65}" type="parTrans" cxnId="{90EDF693-2F55-49FC-AAF1-BDA91B1F9156}">
      <dgm:prSet/>
      <dgm:spPr/>
      <dgm:t>
        <a:bodyPr/>
        <a:lstStyle/>
        <a:p>
          <a:endParaRPr lang="en-US"/>
        </a:p>
      </dgm:t>
    </dgm:pt>
    <dgm:pt modelId="{B4BDEB8E-8142-445E-81E3-0F06A4E85DED}" type="sibTrans" cxnId="{90EDF693-2F55-49FC-AAF1-BDA91B1F9156}">
      <dgm:prSet/>
      <dgm:spPr/>
      <dgm:t>
        <a:bodyPr/>
        <a:lstStyle/>
        <a:p>
          <a:endParaRPr lang="en-US"/>
        </a:p>
      </dgm:t>
    </dgm:pt>
    <dgm:pt modelId="{65E4DE46-D6A5-42E0-A674-16610BA1025F}">
      <dgm:prSet/>
      <dgm:spPr/>
      <dgm:t>
        <a:bodyPr/>
        <a:lstStyle/>
        <a:p>
          <a:pPr>
            <a:defRPr cap="all"/>
          </a:pPr>
          <a:r>
            <a:rPr lang="en-US"/>
            <a:t>Database </a:t>
          </a:r>
          <a:r>
            <a:rPr lang="en-US" err="1"/>
            <a:t>hostING</a:t>
          </a:r>
          <a:r>
            <a:rPr lang="en-US"/>
            <a:t> local vs online (TBD)</a:t>
          </a:r>
        </a:p>
      </dgm:t>
    </dgm:pt>
    <dgm:pt modelId="{53EACF59-0928-4A9A-A116-84ECD06E1CBA}" type="parTrans" cxnId="{8C13A689-A0D4-4FD8-A95A-61AB2BEB5FFC}">
      <dgm:prSet/>
      <dgm:spPr/>
      <dgm:t>
        <a:bodyPr/>
        <a:lstStyle/>
        <a:p>
          <a:endParaRPr lang="en-US"/>
        </a:p>
      </dgm:t>
    </dgm:pt>
    <dgm:pt modelId="{E6B499A7-AE9E-4BC0-8534-B2BB9C7D5992}" type="sibTrans" cxnId="{8C13A689-A0D4-4FD8-A95A-61AB2BEB5FFC}">
      <dgm:prSet/>
      <dgm:spPr/>
      <dgm:t>
        <a:bodyPr/>
        <a:lstStyle/>
        <a:p>
          <a:endParaRPr lang="en-US"/>
        </a:p>
      </dgm:t>
    </dgm:pt>
    <dgm:pt modelId="{8C33999A-1424-452A-A09E-B5E206550843}" type="pres">
      <dgm:prSet presAssocID="{8D8AC03E-E064-4B91-99DA-212F9BAE0077}" presName="root" presStyleCnt="0">
        <dgm:presLayoutVars>
          <dgm:dir/>
          <dgm:resizeHandles val="exact"/>
        </dgm:presLayoutVars>
      </dgm:prSet>
      <dgm:spPr/>
    </dgm:pt>
    <dgm:pt modelId="{787CFA2A-FE87-4665-A37D-62CA0917E831}" type="pres">
      <dgm:prSet presAssocID="{E9ECAD94-050B-4CA1-812F-133EE3429B22}" presName="compNode" presStyleCnt="0"/>
      <dgm:spPr/>
    </dgm:pt>
    <dgm:pt modelId="{DE3EA724-BD45-40B8-8760-7BB11B15831E}" type="pres">
      <dgm:prSet presAssocID="{E9ECAD94-050B-4CA1-812F-133EE3429B22}" presName="iconBgRect" presStyleLbl="bgShp" presStyleIdx="0" presStyleCnt="3"/>
      <dgm:spPr/>
    </dgm:pt>
    <dgm:pt modelId="{EDC85ABE-9205-400A-B750-864D37877D93}" type="pres">
      <dgm:prSet presAssocID="{E9ECAD94-050B-4CA1-812F-133EE3429B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2B4F414-5CE0-4B8E-93E9-409957446DD2}" type="pres">
      <dgm:prSet presAssocID="{E9ECAD94-050B-4CA1-812F-133EE3429B22}" presName="spaceRect" presStyleCnt="0"/>
      <dgm:spPr/>
    </dgm:pt>
    <dgm:pt modelId="{C30F2D41-131C-4A4B-B9CB-44C43155734C}" type="pres">
      <dgm:prSet presAssocID="{E9ECAD94-050B-4CA1-812F-133EE3429B22}" presName="textRect" presStyleLbl="revTx" presStyleIdx="0" presStyleCnt="3">
        <dgm:presLayoutVars>
          <dgm:chMax val="1"/>
          <dgm:chPref val="1"/>
        </dgm:presLayoutVars>
      </dgm:prSet>
      <dgm:spPr/>
    </dgm:pt>
    <dgm:pt modelId="{0DC2B51F-ACEB-4682-8D71-B5A62F92B64D}" type="pres">
      <dgm:prSet presAssocID="{72C6050F-E53B-4DE1-9F76-3E9D944C9310}" presName="sibTrans" presStyleCnt="0"/>
      <dgm:spPr/>
    </dgm:pt>
    <dgm:pt modelId="{E79250D6-4A19-4355-AFDF-82A32E1D0B7A}" type="pres">
      <dgm:prSet presAssocID="{C20552ED-64DB-4BFF-90E3-C579036897D8}" presName="compNode" presStyleCnt="0"/>
      <dgm:spPr/>
    </dgm:pt>
    <dgm:pt modelId="{9949BF79-942A-4D02-8A48-693034B4E3C8}" type="pres">
      <dgm:prSet presAssocID="{C20552ED-64DB-4BFF-90E3-C579036897D8}" presName="iconBgRect" presStyleLbl="bgShp" presStyleIdx="1" presStyleCnt="3"/>
      <dgm:spPr/>
    </dgm:pt>
    <dgm:pt modelId="{26386EEB-EB17-4C1B-9925-3A601FC4E7EC}" type="pres">
      <dgm:prSet presAssocID="{C20552ED-64DB-4BFF-90E3-C579036897D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7DE54773-E118-426D-8733-5A5585849B6A}" type="pres">
      <dgm:prSet presAssocID="{C20552ED-64DB-4BFF-90E3-C579036897D8}" presName="spaceRect" presStyleCnt="0"/>
      <dgm:spPr/>
    </dgm:pt>
    <dgm:pt modelId="{3F62F292-4362-46BE-9F18-5924E37A0DAB}" type="pres">
      <dgm:prSet presAssocID="{C20552ED-64DB-4BFF-90E3-C579036897D8}" presName="textRect" presStyleLbl="revTx" presStyleIdx="1" presStyleCnt="3">
        <dgm:presLayoutVars>
          <dgm:chMax val="1"/>
          <dgm:chPref val="1"/>
        </dgm:presLayoutVars>
      </dgm:prSet>
      <dgm:spPr/>
    </dgm:pt>
    <dgm:pt modelId="{C6A8C29F-BD2B-4502-A46B-19AF983FAB8E}" type="pres">
      <dgm:prSet presAssocID="{B4BDEB8E-8142-445E-81E3-0F06A4E85DED}" presName="sibTrans" presStyleCnt="0"/>
      <dgm:spPr/>
    </dgm:pt>
    <dgm:pt modelId="{83008C4B-B141-4E9B-AA28-24C0CDA8D8CB}" type="pres">
      <dgm:prSet presAssocID="{65E4DE46-D6A5-42E0-A674-16610BA1025F}" presName="compNode" presStyleCnt="0"/>
      <dgm:spPr/>
    </dgm:pt>
    <dgm:pt modelId="{F6C8FC85-ABF0-4B63-A88E-ED13705CEC5A}" type="pres">
      <dgm:prSet presAssocID="{65E4DE46-D6A5-42E0-A674-16610BA1025F}" presName="iconBgRect" presStyleLbl="bgShp" presStyleIdx="2" presStyleCnt="3"/>
      <dgm:spPr/>
    </dgm:pt>
    <dgm:pt modelId="{F97AFD0D-A675-44C1-8280-46F98AA780D5}" type="pres">
      <dgm:prSet presAssocID="{65E4DE46-D6A5-42E0-A674-16610BA1025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2737EF0-F5D4-48B4-B1B3-7071641030E2}" type="pres">
      <dgm:prSet presAssocID="{65E4DE46-D6A5-42E0-A674-16610BA1025F}" presName="spaceRect" presStyleCnt="0"/>
      <dgm:spPr/>
    </dgm:pt>
    <dgm:pt modelId="{C565053B-945C-493B-A263-CB68807F8B97}" type="pres">
      <dgm:prSet presAssocID="{65E4DE46-D6A5-42E0-A674-16610BA1025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8DA317-868D-42E5-83F9-449E2BE29898}" type="presOf" srcId="{8D8AC03E-E064-4B91-99DA-212F9BAE0077}" destId="{8C33999A-1424-452A-A09E-B5E206550843}" srcOrd="0" destOrd="0" presId="urn:microsoft.com/office/officeart/2018/5/layout/IconCircleLabelList"/>
    <dgm:cxn modelId="{E576171C-8CA3-4677-9D39-325833681D66}" type="presOf" srcId="{65E4DE46-D6A5-42E0-A674-16610BA1025F}" destId="{C565053B-945C-493B-A263-CB68807F8B97}" srcOrd="0" destOrd="0" presId="urn:microsoft.com/office/officeart/2018/5/layout/IconCircleLabelList"/>
    <dgm:cxn modelId="{8C13A689-A0D4-4FD8-A95A-61AB2BEB5FFC}" srcId="{8D8AC03E-E064-4B91-99DA-212F9BAE0077}" destId="{65E4DE46-D6A5-42E0-A674-16610BA1025F}" srcOrd="2" destOrd="0" parTransId="{53EACF59-0928-4A9A-A116-84ECD06E1CBA}" sibTransId="{E6B499A7-AE9E-4BC0-8534-B2BB9C7D5992}"/>
    <dgm:cxn modelId="{90EDF693-2F55-49FC-AAF1-BDA91B1F9156}" srcId="{8D8AC03E-E064-4B91-99DA-212F9BAE0077}" destId="{C20552ED-64DB-4BFF-90E3-C579036897D8}" srcOrd="1" destOrd="0" parTransId="{0B19C54A-2215-4CC8-A530-E041D19C5B65}" sibTransId="{B4BDEB8E-8142-445E-81E3-0F06A4E85DED}"/>
    <dgm:cxn modelId="{856A3496-130B-4A40-9BD6-E854DE01F0E8}" srcId="{8D8AC03E-E064-4B91-99DA-212F9BAE0077}" destId="{E9ECAD94-050B-4CA1-812F-133EE3429B22}" srcOrd="0" destOrd="0" parTransId="{724C76FF-01CA-4838-8C37-D0F022966AA0}" sibTransId="{72C6050F-E53B-4DE1-9F76-3E9D944C9310}"/>
    <dgm:cxn modelId="{5C58C69C-B471-437A-A427-C5E3581EE002}" type="presOf" srcId="{C20552ED-64DB-4BFF-90E3-C579036897D8}" destId="{3F62F292-4362-46BE-9F18-5924E37A0DAB}" srcOrd="0" destOrd="0" presId="urn:microsoft.com/office/officeart/2018/5/layout/IconCircleLabelList"/>
    <dgm:cxn modelId="{F98C16D2-9BFD-4F73-B194-DDB73B23E73B}" type="presOf" srcId="{E9ECAD94-050B-4CA1-812F-133EE3429B22}" destId="{C30F2D41-131C-4A4B-B9CB-44C43155734C}" srcOrd="0" destOrd="0" presId="urn:microsoft.com/office/officeart/2018/5/layout/IconCircleLabelList"/>
    <dgm:cxn modelId="{4F333769-26CA-475C-9B0B-C4FF652C3413}" type="presParOf" srcId="{8C33999A-1424-452A-A09E-B5E206550843}" destId="{787CFA2A-FE87-4665-A37D-62CA0917E831}" srcOrd="0" destOrd="0" presId="urn:microsoft.com/office/officeart/2018/5/layout/IconCircleLabelList"/>
    <dgm:cxn modelId="{83B0B96F-8D24-43C0-9896-10392F693905}" type="presParOf" srcId="{787CFA2A-FE87-4665-A37D-62CA0917E831}" destId="{DE3EA724-BD45-40B8-8760-7BB11B15831E}" srcOrd="0" destOrd="0" presId="urn:microsoft.com/office/officeart/2018/5/layout/IconCircleLabelList"/>
    <dgm:cxn modelId="{77E7D19B-94E0-4327-B4AB-A0BFE4343BD3}" type="presParOf" srcId="{787CFA2A-FE87-4665-A37D-62CA0917E831}" destId="{EDC85ABE-9205-400A-B750-864D37877D93}" srcOrd="1" destOrd="0" presId="urn:microsoft.com/office/officeart/2018/5/layout/IconCircleLabelList"/>
    <dgm:cxn modelId="{1EC4E13C-AAE4-4177-8000-CFB16866CCD8}" type="presParOf" srcId="{787CFA2A-FE87-4665-A37D-62CA0917E831}" destId="{52B4F414-5CE0-4B8E-93E9-409957446DD2}" srcOrd="2" destOrd="0" presId="urn:microsoft.com/office/officeart/2018/5/layout/IconCircleLabelList"/>
    <dgm:cxn modelId="{568ED006-DC43-4870-951A-56DFFBACB1AE}" type="presParOf" srcId="{787CFA2A-FE87-4665-A37D-62CA0917E831}" destId="{C30F2D41-131C-4A4B-B9CB-44C43155734C}" srcOrd="3" destOrd="0" presId="urn:microsoft.com/office/officeart/2018/5/layout/IconCircleLabelList"/>
    <dgm:cxn modelId="{717900EE-2807-402C-A091-E17DF0551F8E}" type="presParOf" srcId="{8C33999A-1424-452A-A09E-B5E206550843}" destId="{0DC2B51F-ACEB-4682-8D71-B5A62F92B64D}" srcOrd="1" destOrd="0" presId="urn:microsoft.com/office/officeart/2018/5/layout/IconCircleLabelList"/>
    <dgm:cxn modelId="{1EDE3CED-8E59-40A3-BE9F-75878804EB71}" type="presParOf" srcId="{8C33999A-1424-452A-A09E-B5E206550843}" destId="{E79250D6-4A19-4355-AFDF-82A32E1D0B7A}" srcOrd="2" destOrd="0" presId="urn:microsoft.com/office/officeart/2018/5/layout/IconCircleLabelList"/>
    <dgm:cxn modelId="{4438570A-B151-40CF-BBD9-20E1B3F63CFD}" type="presParOf" srcId="{E79250D6-4A19-4355-AFDF-82A32E1D0B7A}" destId="{9949BF79-942A-4D02-8A48-693034B4E3C8}" srcOrd="0" destOrd="0" presId="urn:microsoft.com/office/officeart/2018/5/layout/IconCircleLabelList"/>
    <dgm:cxn modelId="{FB5036F9-0576-4587-A07E-AF3A9B12D9C5}" type="presParOf" srcId="{E79250D6-4A19-4355-AFDF-82A32E1D0B7A}" destId="{26386EEB-EB17-4C1B-9925-3A601FC4E7EC}" srcOrd="1" destOrd="0" presId="urn:microsoft.com/office/officeart/2018/5/layout/IconCircleLabelList"/>
    <dgm:cxn modelId="{04CBFB42-5D6C-40C2-AF6A-6ED27975FC94}" type="presParOf" srcId="{E79250D6-4A19-4355-AFDF-82A32E1D0B7A}" destId="{7DE54773-E118-426D-8733-5A5585849B6A}" srcOrd="2" destOrd="0" presId="urn:microsoft.com/office/officeart/2018/5/layout/IconCircleLabelList"/>
    <dgm:cxn modelId="{9E95BCA0-FEA4-43CB-9D2E-00128AB25737}" type="presParOf" srcId="{E79250D6-4A19-4355-AFDF-82A32E1D0B7A}" destId="{3F62F292-4362-46BE-9F18-5924E37A0DAB}" srcOrd="3" destOrd="0" presId="urn:microsoft.com/office/officeart/2018/5/layout/IconCircleLabelList"/>
    <dgm:cxn modelId="{C36081BF-CD9C-4683-B792-B8B9B28DB847}" type="presParOf" srcId="{8C33999A-1424-452A-A09E-B5E206550843}" destId="{C6A8C29F-BD2B-4502-A46B-19AF983FAB8E}" srcOrd="3" destOrd="0" presId="urn:microsoft.com/office/officeart/2018/5/layout/IconCircleLabelList"/>
    <dgm:cxn modelId="{59730752-56DC-4457-BADF-13AEAA79BE2F}" type="presParOf" srcId="{8C33999A-1424-452A-A09E-B5E206550843}" destId="{83008C4B-B141-4E9B-AA28-24C0CDA8D8CB}" srcOrd="4" destOrd="0" presId="urn:microsoft.com/office/officeart/2018/5/layout/IconCircleLabelList"/>
    <dgm:cxn modelId="{3B0BE0E3-B599-4578-B8EF-6BBFAE281941}" type="presParOf" srcId="{83008C4B-B141-4E9B-AA28-24C0CDA8D8CB}" destId="{F6C8FC85-ABF0-4B63-A88E-ED13705CEC5A}" srcOrd="0" destOrd="0" presId="urn:microsoft.com/office/officeart/2018/5/layout/IconCircleLabelList"/>
    <dgm:cxn modelId="{6CE498C8-3DF4-42AC-83A1-139E23FD67D5}" type="presParOf" srcId="{83008C4B-B141-4E9B-AA28-24C0CDA8D8CB}" destId="{F97AFD0D-A675-44C1-8280-46F98AA780D5}" srcOrd="1" destOrd="0" presId="urn:microsoft.com/office/officeart/2018/5/layout/IconCircleLabelList"/>
    <dgm:cxn modelId="{9AD414D9-AEAC-42A0-8730-4E1AB276CE29}" type="presParOf" srcId="{83008C4B-B141-4E9B-AA28-24C0CDA8D8CB}" destId="{62737EF0-F5D4-48B4-B1B3-7071641030E2}" srcOrd="2" destOrd="0" presId="urn:microsoft.com/office/officeart/2018/5/layout/IconCircleLabelList"/>
    <dgm:cxn modelId="{87E47C09-EA7D-4A1B-9D28-826A329A8D5A}" type="presParOf" srcId="{83008C4B-B141-4E9B-AA28-24C0CDA8D8CB}" destId="{C565053B-945C-493B-A263-CB68807F8B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6EDD90-60C1-43A9-8F0A-C18E97B20E2D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CB4C5E-E184-42C6-B904-F79F61CA717A}">
      <dgm:prSet/>
      <dgm:spPr/>
      <dgm:t>
        <a:bodyPr/>
        <a:lstStyle/>
        <a:p>
          <a:r>
            <a:rPr lang="en-US"/>
            <a:t>Scope</a:t>
          </a:r>
        </a:p>
      </dgm:t>
    </dgm:pt>
    <dgm:pt modelId="{B310B36E-35F1-4F4F-9A7C-5E32F8A4D13C}" type="parTrans" cxnId="{7A32B520-1739-48EE-B83E-B702F5623809}">
      <dgm:prSet/>
      <dgm:spPr/>
      <dgm:t>
        <a:bodyPr/>
        <a:lstStyle/>
        <a:p>
          <a:endParaRPr lang="en-US"/>
        </a:p>
      </dgm:t>
    </dgm:pt>
    <dgm:pt modelId="{AC4E5D13-8DB3-462A-9B1D-1559DB3D1EF0}" type="sibTrans" cxnId="{7A32B520-1739-48EE-B83E-B702F5623809}">
      <dgm:prSet/>
      <dgm:spPr/>
      <dgm:t>
        <a:bodyPr/>
        <a:lstStyle/>
        <a:p>
          <a:endParaRPr lang="en-US"/>
        </a:p>
      </dgm:t>
    </dgm:pt>
    <dgm:pt modelId="{975DEB53-8CEC-4E8E-ABCB-BBC79C1746DB}">
      <dgm:prSet/>
      <dgm:spPr/>
      <dgm:t>
        <a:bodyPr/>
        <a:lstStyle/>
        <a:p>
          <a:r>
            <a:rPr lang="en-US"/>
            <a:t>Non-published Android APK</a:t>
          </a:r>
        </a:p>
      </dgm:t>
    </dgm:pt>
    <dgm:pt modelId="{D46DB6FB-91EA-436E-A4E7-D525CDCEED24}" type="parTrans" cxnId="{05F3BACE-51C0-4148-96C5-239ECE8A21D8}">
      <dgm:prSet/>
      <dgm:spPr/>
      <dgm:t>
        <a:bodyPr/>
        <a:lstStyle/>
        <a:p>
          <a:endParaRPr lang="en-US"/>
        </a:p>
      </dgm:t>
    </dgm:pt>
    <dgm:pt modelId="{AEB77604-FF31-4D91-A59E-ACB53C88691B}" type="sibTrans" cxnId="{05F3BACE-51C0-4148-96C5-239ECE8A21D8}">
      <dgm:prSet/>
      <dgm:spPr/>
      <dgm:t>
        <a:bodyPr/>
        <a:lstStyle/>
        <a:p>
          <a:endParaRPr lang="en-US"/>
        </a:p>
      </dgm:t>
    </dgm:pt>
    <dgm:pt modelId="{4D373E21-E693-4257-B144-D494EF2F91F4}">
      <dgm:prSet/>
      <dgm:spPr/>
      <dgm:t>
        <a:bodyPr/>
        <a:lstStyle/>
        <a:p>
          <a:r>
            <a:rPr lang="en-US"/>
            <a:t>Limitations </a:t>
          </a:r>
        </a:p>
      </dgm:t>
    </dgm:pt>
    <dgm:pt modelId="{2DD1BFF0-144A-48C5-825E-66A77209DE93}" type="parTrans" cxnId="{ACAB82D6-2662-4E98-8EB4-776AB59ABD81}">
      <dgm:prSet/>
      <dgm:spPr/>
      <dgm:t>
        <a:bodyPr/>
        <a:lstStyle/>
        <a:p>
          <a:endParaRPr lang="en-US"/>
        </a:p>
      </dgm:t>
    </dgm:pt>
    <dgm:pt modelId="{7A764B75-BEEC-4D38-A690-23D43A5535E0}" type="sibTrans" cxnId="{ACAB82D6-2662-4E98-8EB4-776AB59ABD81}">
      <dgm:prSet/>
      <dgm:spPr/>
      <dgm:t>
        <a:bodyPr/>
        <a:lstStyle/>
        <a:p>
          <a:endParaRPr lang="en-US"/>
        </a:p>
      </dgm:t>
    </dgm:pt>
    <dgm:pt modelId="{2F016C2A-B2B5-453D-B5B3-0EA2DA344D1E}">
      <dgm:prSet/>
      <dgm:spPr/>
      <dgm:t>
        <a:bodyPr/>
        <a:lstStyle/>
        <a:p>
          <a:r>
            <a:rPr lang="en-US"/>
            <a:t>App only runs on Android</a:t>
          </a:r>
        </a:p>
      </dgm:t>
    </dgm:pt>
    <dgm:pt modelId="{8F25AA0A-70AB-41D3-AA38-4F0A660DCFE0}" type="parTrans" cxnId="{3347BFE9-9622-4B40-9429-2CF2D7BB1D2D}">
      <dgm:prSet/>
      <dgm:spPr/>
      <dgm:t>
        <a:bodyPr/>
        <a:lstStyle/>
        <a:p>
          <a:endParaRPr lang="en-US"/>
        </a:p>
      </dgm:t>
    </dgm:pt>
    <dgm:pt modelId="{AA880130-D2CF-43F5-88C0-FDF2CA324FC1}" type="sibTrans" cxnId="{3347BFE9-9622-4B40-9429-2CF2D7BB1D2D}">
      <dgm:prSet/>
      <dgm:spPr/>
      <dgm:t>
        <a:bodyPr/>
        <a:lstStyle/>
        <a:p>
          <a:endParaRPr lang="en-US"/>
        </a:p>
      </dgm:t>
    </dgm:pt>
    <dgm:pt modelId="{245EEF9D-2D9F-44CD-A636-4C2E4C422A80}">
      <dgm:prSet/>
      <dgm:spPr/>
      <dgm:t>
        <a:bodyPr/>
        <a:lstStyle/>
        <a:p>
          <a:r>
            <a:rPr lang="en-US"/>
            <a:t>Assumptions</a:t>
          </a:r>
        </a:p>
      </dgm:t>
    </dgm:pt>
    <dgm:pt modelId="{12149AAB-B30F-435E-B82F-1207DE32C553}" type="parTrans" cxnId="{03B4AE2E-C166-483A-8099-E259458CCD7C}">
      <dgm:prSet/>
      <dgm:spPr/>
      <dgm:t>
        <a:bodyPr/>
        <a:lstStyle/>
        <a:p>
          <a:endParaRPr lang="en-US"/>
        </a:p>
      </dgm:t>
    </dgm:pt>
    <dgm:pt modelId="{38955C38-A46D-46AB-BEDC-556601BD20CE}" type="sibTrans" cxnId="{03B4AE2E-C166-483A-8099-E259458CCD7C}">
      <dgm:prSet/>
      <dgm:spPr/>
      <dgm:t>
        <a:bodyPr/>
        <a:lstStyle/>
        <a:p>
          <a:endParaRPr lang="en-US"/>
        </a:p>
      </dgm:t>
    </dgm:pt>
    <dgm:pt modelId="{24620573-83F0-4DC4-BB13-7F7188BD6F2D}">
      <dgm:prSet/>
      <dgm:spPr/>
      <dgm:t>
        <a:bodyPr/>
        <a:lstStyle/>
        <a:p>
          <a:r>
            <a:rPr lang="en-US"/>
            <a:t>User owns an Android device</a:t>
          </a:r>
        </a:p>
      </dgm:t>
    </dgm:pt>
    <dgm:pt modelId="{D9F462F4-DE6A-4126-89F4-20FF54E94F8E}" type="parTrans" cxnId="{C8439A4B-A8E9-455F-9AFD-120BBD0FB038}">
      <dgm:prSet/>
      <dgm:spPr/>
      <dgm:t>
        <a:bodyPr/>
        <a:lstStyle/>
        <a:p>
          <a:endParaRPr lang="en-US"/>
        </a:p>
      </dgm:t>
    </dgm:pt>
    <dgm:pt modelId="{6F3F7B30-20D8-4BA1-885A-76478FB9E412}" type="sibTrans" cxnId="{C8439A4B-A8E9-455F-9AFD-120BBD0FB038}">
      <dgm:prSet/>
      <dgm:spPr/>
      <dgm:t>
        <a:bodyPr/>
        <a:lstStyle/>
        <a:p>
          <a:endParaRPr lang="en-US"/>
        </a:p>
      </dgm:t>
    </dgm:pt>
    <dgm:pt modelId="{82F169F3-7725-48F1-B90E-2D15544458A6}">
      <dgm:prSet/>
      <dgm:spPr/>
      <dgm:t>
        <a:bodyPr/>
        <a:lstStyle/>
        <a:p>
          <a:r>
            <a:rPr lang="en-US"/>
            <a:t>Deployment Platform</a:t>
          </a:r>
        </a:p>
      </dgm:t>
    </dgm:pt>
    <dgm:pt modelId="{E67E5285-E0F5-41C0-95C3-7EC58088DF3D}" type="parTrans" cxnId="{15B9F2BD-7593-4559-B147-95BC6AC74320}">
      <dgm:prSet/>
      <dgm:spPr/>
      <dgm:t>
        <a:bodyPr/>
        <a:lstStyle/>
        <a:p>
          <a:endParaRPr lang="en-US"/>
        </a:p>
      </dgm:t>
    </dgm:pt>
    <dgm:pt modelId="{F0E24DB3-B0CB-44EA-9B8A-22DD491AFDFB}" type="sibTrans" cxnId="{15B9F2BD-7593-4559-B147-95BC6AC74320}">
      <dgm:prSet/>
      <dgm:spPr/>
      <dgm:t>
        <a:bodyPr/>
        <a:lstStyle/>
        <a:p>
          <a:endParaRPr lang="en-US"/>
        </a:p>
      </dgm:t>
    </dgm:pt>
    <dgm:pt modelId="{2785B4C5-E89F-4343-99BA-A98F6B8874AF}">
      <dgm:prSet/>
      <dgm:spPr/>
      <dgm:t>
        <a:bodyPr/>
        <a:lstStyle/>
        <a:p>
          <a:r>
            <a:rPr lang="en-US"/>
            <a:t>Android devices</a:t>
          </a:r>
        </a:p>
      </dgm:t>
    </dgm:pt>
    <dgm:pt modelId="{693938BB-F5B3-43D1-BFD7-5F2EDAE2BA19}" type="parTrans" cxnId="{67D362EF-A8AE-48F6-8BEE-86B9B15003F3}">
      <dgm:prSet/>
      <dgm:spPr/>
      <dgm:t>
        <a:bodyPr/>
        <a:lstStyle/>
        <a:p>
          <a:endParaRPr lang="en-US"/>
        </a:p>
      </dgm:t>
    </dgm:pt>
    <dgm:pt modelId="{4C1E968A-D375-4D95-A3D2-073D76F462A7}" type="sibTrans" cxnId="{67D362EF-A8AE-48F6-8BEE-86B9B15003F3}">
      <dgm:prSet/>
      <dgm:spPr/>
      <dgm:t>
        <a:bodyPr/>
        <a:lstStyle/>
        <a:p>
          <a:endParaRPr lang="en-US"/>
        </a:p>
      </dgm:t>
    </dgm:pt>
    <dgm:pt modelId="{0AC0A02A-7004-4BBD-8F6C-8598E69C0139}">
      <dgm:prSet/>
      <dgm:spPr/>
      <dgm:t>
        <a:bodyPr/>
        <a:lstStyle/>
        <a:p>
          <a:r>
            <a:rPr lang="en-US"/>
            <a:t>Tech Stack</a:t>
          </a:r>
        </a:p>
      </dgm:t>
    </dgm:pt>
    <dgm:pt modelId="{4877DC1A-0453-4B4D-971D-21DD1F9DA7F4}" type="parTrans" cxnId="{7BC958BA-2B54-4BE1-A5E8-5C13EF1EDE09}">
      <dgm:prSet/>
      <dgm:spPr/>
      <dgm:t>
        <a:bodyPr/>
        <a:lstStyle/>
        <a:p>
          <a:endParaRPr lang="en-US"/>
        </a:p>
      </dgm:t>
    </dgm:pt>
    <dgm:pt modelId="{53BA5657-52E3-4D60-9F94-978BAD708E4E}" type="sibTrans" cxnId="{7BC958BA-2B54-4BE1-A5E8-5C13EF1EDE09}">
      <dgm:prSet/>
      <dgm:spPr/>
      <dgm:t>
        <a:bodyPr/>
        <a:lstStyle/>
        <a:p>
          <a:endParaRPr lang="en-US"/>
        </a:p>
      </dgm:t>
    </dgm:pt>
    <dgm:pt modelId="{F6EDBFBC-2468-4C26-A3A5-A99DFAD01154}">
      <dgm:prSet/>
      <dgm:spPr/>
      <dgm:t>
        <a:bodyPr/>
        <a:lstStyle/>
        <a:p>
          <a:r>
            <a:rPr lang="en-US"/>
            <a:t>local database, or online database</a:t>
          </a:r>
        </a:p>
      </dgm:t>
    </dgm:pt>
    <dgm:pt modelId="{AEE9B5E2-28E9-42B7-9FF1-14CE99416E2C}" type="parTrans" cxnId="{A0670EAB-CBC6-4A06-A6DB-67E840768044}">
      <dgm:prSet/>
      <dgm:spPr/>
      <dgm:t>
        <a:bodyPr/>
        <a:lstStyle/>
        <a:p>
          <a:endParaRPr lang="en-US"/>
        </a:p>
      </dgm:t>
    </dgm:pt>
    <dgm:pt modelId="{95673FF0-B43C-4A90-96C9-B6367E478190}" type="sibTrans" cxnId="{A0670EAB-CBC6-4A06-A6DB-67E840768044}">
      <dgm:prSet/>
      <dgm:spPr/>
      <dgm:t>
        <a:bodyPr/>
        <a:lstStyle/>
        <a:p>
          <a:endParaRPr lang="en-US"/>
        </a:p>
      </dgm:t>
    </dgm:pt>
    <dgm:pt modelId="{5A2CCD59-857B-476B-943E-C3EC8371C6D5}" type="pres">
      <dgm:prSet presAssocID="{536EDD90-60C1-43A9-8F0A-C18E97B20E2D}" presName="Name0" presStyleCnt="0">
        <dgm:presLayoutVars>
          <dgm:dir/>
          <dgm:animLvl val="lvl"/>
          <dgm:resizeHandles val="exact"/>
        </dgm:presLayoutVars>
      </dgm:prSet>
      <dgm:spPr/>
    </dgm:pt>
    <dgm:pt modelId="{77C55DB0-6142-4C67-863C-122DB7008AAB}" type="pres">
      <dgm:prSet presAssocID="{28CB4C5E-E184-42C6-B904-F79F61CA717A}" presName="linNode" presStyleCnt="0"/>
      <dgm:spPr/>
    </dgm:pt>
    <dgm:pt modelId="{02390302-49ED-4C9A-A150-4FF42DE63B1C}" type="pres">
      <dgm:prSet presAssocID="{28CB4C5E-E184-42C6-B904-F79F61CA717A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FF0F1427-6211-4F80-BBC6-EF8197FF8997}" type="pres">
      <dgm:prSet presAssocID="{28CB4C5E-E184-42C6-B904-F79F61CA717A}" presName="descendantText" presStyleLbl="alignAccFollowNode1" presStyleIdx="0" presStyleCnt="5">
        <dgm:presLayoutVars>
          <dgm:bulletEnabled val="1"/>
        </dgm:presLayoutVars>
      </dgm:prSet>
      <dgm:spPr/>
    </dgm:pt>
    <dgm:pt modelId="{0126B8B3-AE76-49B1-9814-45C091EF4323}" type="pres">
      <dgm:prSet presAssocID="{AC4E5D13-8DB3-462A-9B1D-1559DB3D1EF0}" presName="sp" presStyleCnt="0"/>
      <dgm:spPr/>
    </dgm:pt>
    <dgm:pt modelId="{FACD6231-0B8C-4A26-9578-51D838889212}" type="pres">
      <dgm:prSet presAssocID="{4D373E21-E693-4257-B144-D494EF2F91F4}" presName="linNode" presStyleCnt="0"/>
      <dgm:spPr/>
    </dgm:pt>
    <dgm:pt modelId="{B835D27B-771C-4AAA-AE43-36CFB16DCD38}" type="pres">
      <dgm:prSet presAssocID="{4D373E21-E693-4257-B144-D494EF2F91F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525061C-AE8B-4614-B48C-BB47F7599575}" type="pres">
      <dgm:prSet presAssocID="{4D373E21-E693-4257-B144-D494EF2F91F4}" presName="descendantText" presStyleLbl="alignAccFollowNode1" presStyleIdx="1" presStyleCnt="5">
        <dgm:presLayoutVars>
          <dgm:bulletEnabled val="1"/>
        </dgm:presLayoutVars>
      </dgm:prSet>
      <dgm:spPr/>
    </dgm:pt>
    <dgm:pt modelId="{365A0993-30EE-4593-AE50-F60DF83EB024}" type="pres">
      <dgm:prSet presAssocID="{7A764B75-BEEC-4D38-A690-23D43A5535E0}" presName="sp" presStyleCnt="0"/>
      <dgm:spPr/>
    </dgm:pt>
    <dgm:pt modelId="{F5A42C95-7150-4BD8-866E-930722A2E739}" type="pres">
      <dgm:prSet presAssocID="{245EEF9D-2D9F-44CD-A636-4C2E4C422A80}" presName="linNode" presStyleCnt="0"/>
      <dgm:spPr/>
    </dgm:pt>
    <dgm:pt modelId="{561892AA-11CC-4E5A-931E-E45F79E7B990}" type="pres">
      <dgm:prSet presAssocID="{245EEF9D-2D9F-44CD-A636-4C2E4C422A80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2B428FB-924B-4CF8-8270-3A6BDAA74818}" type="pres">
      <dgm:prSet presAssocID="{245EEF9D-2D9F-44CD-A636-4C2E4C422A80}" presName="descendantText" presStyleLbl="alignAccFollowNode1" presStyleIdx="2" presStyleCnt="5">
        <dgm:presLayoutVars>
          <dgm:bulletEnabled val="1"/>
        </dgm:presLayoutVars>
      </dgm:prSet>
      <dgm:spPr/>
    </dgm:pt>
    <dgm:pt modelId="{F602626B-8F6A-45E7-98FC-CFDF1CFA9879}" type="pres">
      <dgm:prSet presAssocID="{38955C38-A46D-46AB-BEDC-556601BD20CE}" presName="sp" presStyleCnt="0"/>
      <dgm:spPr/>
    </dgm:pt>
    <dgm:pt modelId="{7BCE4DA5-F049-44BC-BD9A-DBC0227FC5AA}" type="pres">
      <dgm:prSet presAssocID="{82F169F3-7725-48F1-B90E-2D15544458A6}" presName="linNode" presStyleCnt="0"/>
      <dgm:spPr/>
    </dgm:pt>
    <dgm:pt modelId="{9C7E865E-98E9-4C61-B41C-0D1EE7F2B8E8}" type="pres">
      <dgm:prSet presAssocID="{82F169F3-7725-48F1-B90E-2D15544458A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9B44DDA-6163-44F8-A7A3-FDCCDF1A852F}" type="pres">
      <dgm:prSet presAssocID="{82F169F3-7725-48F1-B90E-2D15544458A6}" presName="descendantText" presStyleLbl="alignAccFollowNode1" presStyleIdx="3" presStyleCnt="5">
        <dgm:presLayoutVars>
          <dgm:bulletEnabled val="1"/>
        </dgm:presLayoutVars>
      </dgm:prSet>
      <dgm:spPr/>
    </dgm:pt>
    <dgm:pt modelId="{F7850E2C-1164-4316-B9D6-21126C56669A}" type="pres">
      <dgm:prSet presAssocID="{F0E24DB3-B0CB-44EA-9B8A-22DD491AFDFB}" presName="sp" presStyleCnt="0"/>
      <dgm:spPr/>
    </dgm:pt>
    <dgm:pt modelId="{2F1D8C8F-6FDE-47E0-B8BA-3A3FE49A9173}" type="pres">
      <dgm:prSet presAssocID="{0AC0A02A-7004-4BBD-8F6C-8598E69C0139}" presName="linNode" presStyleCnt="0"/>
      <dgm:spPr/>
    </dgm:pt>
    <dgm:pt modelId="{D0A3C627-0C5C-4DE6-92B7-FBF484E56A89}" type="pres">
      <dgm:prSet presAssocID="{0AC0A02A-7004-4BBD-8F6C-8598E69C0139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5614F1EB-BE08-4ABF-B664-EBA04884C2D5}" type="pres">
      <dgm:prSet presAssocID="{0AC0A02A-7004-4BBD-8F6C-8598E69C0139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E680212-2DF5-48A0-9515-613CFAC4EE5C}" type="presOf" srcId="{82F169F3-7725-48F1-B90E-2D15544458A6}" destId="{9C7E865E-98E9-4C61-B41C-0D1EE7F2B8E8}" srcOrd="0" destOrd="0" presId="urn:microsoft.com/office/officeart/2005/8/layout/vList5"/>
    <dgm:cxn modelId="{7A32B520-1739-48EE-B83E-B702F5623809}" srcId="{536EDD90-60C1-43A9-8F0A-C18E97B20E2D}" destId="{28CB4C5E-E184-42C6-B904-F79F61CA717A}" srcOrd="0" destOrd="0" parTransId="{B310B36E-35F1-4F4F-9A7C-5E32F8A4D13C}" sibTransId="{AC4E5D13-8DB3-462A-9B1D-1559DB3D1EF0}"/>
    <dgm:cxn modelId="{03B4AE2E-C166-483A-8099-E259458CCD7C}" srcId="{536EDD90-60C1-43A9-8F0A-C18E97B20E2D}" destId="{245EEF9D-2D9F-44CD-A636-4C2E4C422A80}" srcOrd="2" destOrd="0" parTransId="{12149AAB-B30F-435E-B82F-1207DE32C553}" sibTransId="{38955C38-A46D-46AB-BEDC-556601BD20CE}"/>
    <dgm:cxn modelId="{D8F7FC36-62A4-4F15-BF58-48B24A482257}" type="presOf" srcId="{24620573-83F0-4DC4-BB13-7F7188BD6F2D}" destId="{82B428FB-924B-4CF8-8270-3A6BDAA74818}" srcOrd="0" destOrd="0" presId="urn:microsoft.com/office/officeart/2005/8/layout/vList5"/>
    <dgm:cxn modelId="{68533245-CB9A-4E65-8744-24EB374B42A7}" type="presOf" srcId="{536EDD90-60C1-43A9-8F0A-C18E97B20E2D}" destId="{5A2CCD59-857B-476B-943E-C3EC8371C6D5}" srcOrd="0" destOrd="0" presId="urn:microsoft.com/office/officeart/2005/8/layout/vList5"/>
    <dgm:cxn modelId="{C8439A4B-A8E9-455F-9AFD-120BBD0FB038}" srcId="{245EEF9D-2D9F-44CD-A636-4C2E4C422A80}" destId="{24620573-83F0-4DC4-BB13-7F7188BD6F2D}" srcOrd="0" destOrd="0" parTransId="{D9F462F4-DE6A-4126-89F4-20FF54E94F8E}" sibTransId="{6F3F7B30-20D8-4BA1-885A-76478FB9E412}"/>
    <dgm:cxn modelId="{3837A27B-19A9-4145-BDE4-A1B2D1C4B180}" type="presOf" srcId="{975DEB53-8CEC-4E8E-ABCB-BBC79C1746DB}" destId="{FF0F1427-6211-4F80-BBC6-EF8197FF8997}" srcOrd="0" destOrd="0" presId="urn:microsoft.com/office/officeart/2005/8/layout/vList5"/>
    <dgm:cxn modelId="{464A9083-362D-4376-AB1E-1BE1DD51732F}" type="presOf" srcId="{28CB4C5E-E184-42C6-B904-F79F61CA717A}" destId="{02390302-49ED-4C9A-A150-4FF42DE63B1C}" srcOrd="0" destOrd="0" presId="urn:microsoft.com/office/officeart/2005/8/layout/vList5"/>
    <dgm:cxn modelId="{639E0394-5C05-4CF4-AB70-C4C79C61ECE3}" type="presOf" srcId="{4D373E21-E693-4257-B144-D494EF2F91F4}" destId="{B835D27B-771C-4AAA-AE43-36CFB16DCD38}" srcOrd="0" destOrd="0" presId="urn:microsoft.com/office/officeart/2005/8/layout/vList5"/>
    <dgm:cxn modelId="{59172998-D9F7-4ACD-B601-88B5EF11FD87}" type="presOf" srcId="{2785B4C5-E89F-4343-99BA-A98F6B8874AF}" destId="{69B44DDA-6163-44F8-A7A3-FDCCDF1A852F}" srcOrd="0" destOrd="0" presId="urn:microsoft.com/office/officeart/2005/8/layout/vList5"/>
    <dgm:cxn modelId="{A0670EAB-CBC6-4A06-A6DB-67E840768044}" srcId="{0AC0A02A-7004-4BBD-8F6C-8598E69C0139}" destId="{F6EDBFBC-2468-4C26-A3A5-A99DFAD01154}" srcOrd="0" destOrd="0" parTransId="{AEE9B5E2-28E9-42B7-9FF1-14CE99416E2C}" sibTransId="{95673FF0-B43C-4A90-96C9-B6367E478190}"/>
    <dgm:cxn modelId="{1E4C65AB-95FB-4A69-B2DA-A7AF91A25065}" type="presOf" srcId="{0AC0A02A-7004-4BBD-8F6C-8598E69C0139}" destId="{D0A3C627-0C5C-4DE6-92B7-FBF484E56A89}" srcOrd="0" destOrd="0" presId="urn:microsoft.com/office/officeart/2005/8/layout/vList5"/>
    <dgm:cxn modelId="{7BC958BA-2B54-4BE1-A5E8-5C13EF1EDE09}" srcId="{536EDD90-60C1-43A9-8F0A-C18E97B20E2D}" destId="{0AC0A02A-7004-4BBD-8F6C-8598E69C0139}" srcOrd="4" destOrd="0" parTransId="{4877DC1A-0453-4B4D-971D-21DD1F9DA7F4}" sibTransId="{53BA5657-52E3-4D60-9F94-978BAD708E4E}"/>
    <dgm:cxn modelId="{DFA9D3BA-7E11-43F5-B741-4A4426D50829}" type="presOf" srcId="{F6EDBFBC-2468-4C26-A3A5-A99DFAD01154}" destId="{5614F1EB-BE08-4ABF-B664-EBA04884C2D5}" srcOrd="0" destOrd="0" presId="urn:microsoft.com/office/officeart/2005/8/layout/vList5"/>
    <dgm:cxn modelId="{15B9F2BD-7593-4559-B147-95BC6AC74320}" srcId="{536EDD90-60C1-43A9-8F0A-C18E97B20E2D}" destId="{82F169F3-7725-48F1-B90E-2D15544458A6}" srcOrd="3" destOrd="0" parTransId="{E67E5285-E0F5-41C0-95C3-7EC58088DF3D}" sibTransId="{F0E24DB3-B0CB-44EA-9B8A-22DD491AFDFB}"/>
    <dgm:cxn modelId="{05F3BACE-51C0-4148-96C5-239ECE8A21D8}" srcId="{28CB4C5E-E184-42C6-B904-F79F61CA717A}" destId="{975DEB53-8CEC-4E8E-ABCB-BBC79C1746DB}" srcOrd="0" destOrd="0" parTransId="{D46DB6FB-91EA-436E-A4E7-D525CDCEED24}" sibTransId="{AEB77604-FF31-4D91-A59E-ACB53C88691B}"/>
    <dgm:cxn modelId="{ACAB82D6-2662-4E98-8EB4-776AB59ABD81}" srcId="{536EDD90-60C1-43A9-8F0A-C18E97B20E2D}" destId="{4D373E21-E693-4257-B144-D494EF2F91F4}" srcOrd="1" destOrd="0" parTransId="{2DD1BFF0-144A-48C5-825E-66A77209DE93}" sibTransId="{7A764B75-BEEC-4D38-A690-23D43A5535E0}"/>
    <dgm:cxn modelId="{3347BFE9-9622-4B40-9429-2CF2D7BB1D2D}" srcId="{4D373E21-E693-4257-B144-D494EF2F91F4}" destId="{2F016C2A-B2B5-453D-B5B3-0EA2DA344D1E}" srcOrd="0" destOrd="0" parTransId="{8F25AA0A-70AB-41D3-AA38-4F0A660DCFE0}" sibTransId="{AA880130-D2CF-43F5-88C0-FDF2CA324FC1}"/>
    <dgm:cxn modelId="{CA7D0CED-07D7-4915-AC08-C07D95EA6DB5}" type="presOf" srcId="{2F016C2A-B2B5-453D-B5B3-0EA2DA344D1E}" destId="{2525061C-AE8B-4614-B48C-BB47F7599575}" srcOrd="0" destOrd="0" presId="urn:microsoft.com/office/officeart/2005/8/layout/vList5"/>
    <dgm:cxn modelId="{67D362EF-A8AE-48F6-8BEE-86B9B15003F3}" srcId="{82F169F3-7725-48F1-B90E-2D15544458A6}" destId="{2785B4C5-E89F-4343-99BA-A98F6B8874AF}" srcOrd="0" destOrd="0" parTransId="{693938BB-F5B3-43D1-BFD7-5F2EDAE2BA19}" sibTransId="{4C1E968A-D375-4D95-A3D2-073D76F462A7}"/>
    <dgm:cxn modelId="{FE3325FC-F3B8-4C66-84EB-BC02FCF74807}" type="presOf" srcId="{245EEF9D-2D9F-44CD-A636-4C2E4C422A80}" destId="{561892AA-11CC-4E5A-931E-E45F79E7B990}" srcOrd="0" destOrd="0" presId="urn:microsoft.com/office/officeart/2005/8/layout/vList5"/>
    <dgm:cxn modelId="{90DD8C53-9C1A-425A-8270-E75525140EE5}" type="presParOf" srcId="{5A2CCD59-857B-476B-943E-C3EC8371C6D5}" destId="{77C55DB0-6142-4C67-863C-122DB7008AAB}" srcOrd="0" destOrd="0" presId="urn:microsoft.com/office/officeart/2005/8/layout/vList5"/>
    <dgm:cxn modelId="{B78B5A5A-D8E1-4F66-A5FD-B517864D4361}" type="presParOf" srcId="{77C55DB0-6142-4C67-863C-122DB7008AAB}" destId="{02390302-49ED-4C9A-A150-4FF42DE63B1C}" srcOrd="0" destOrd="0" presId="urn:microsoft.com/office/officeart/2005/8/layout/vList5"/>
    <dgm:cxn modelId="{5B4FB680-3FD2-4F3D-87E9-69393351ADBA}" type="presParOf" srcId="{77C55DB0-6142-4C67-863C-122DB7008AAB}" destId="{FF0F1427-6211-4F80-BBC6-EF8197FF8997}" srcOrd="1" destOrd="0" presId="urn:microsoft.com/office/officeart/2005/8/layout/vList5"/>
    <dgm:cxn modelId="{B9F5357A-A28B-4E3A-AB4A-77C56E06A838}" type="presParOf" srcId="{5A2CCD59-857B-476B-943E-C3EC8371C6D5}" destId="{0126B8B3-AE76-49B1-9814-45C091EF4323}" srcOrd="1" destOrd="0" presId="urn:microsoft.com/office/officeart/2005/8/layout/vList5"/>
    <dgm:cxn modelId="{F973120B-7E33-4AE0-9237-8E226CFB262E}" type="presParOf" srcId="{5A2CCD59-857B-476B-943E-C3EC8371C6D5}" destId="{FACD6231-0B8C-4A26-9578-51D838889212}" srcOrd="2" destOrd="0" presId="urn:microsoft.com/office/officeart/2005/8/layout/vList5"/>
    <dgm:cxn modelId="{3F697A6C-4F31-4C76-BC81-D4DCD346CE4D}" type="presParOf" srcId="{FACD6231-0B8C-4A26-9578-51D838889212}" destId="{B835D27B-771C-4AAA-AE43-36CFB16DCD38}" srcOrd="0" destOrd="0" presId="urn:microsoft.com/office/officeart/2005/8/layout/vList5"/>
    <dgm:cxn modelId="{28D8CF4A-0FF9-47CA-A690-98E7FD540528}" type="presParOf" srcId="{FACD6231-0B8C-4A26-9578-51D838889212}" destId="{2525061C-AE8B-4614-B48C-BB47F7599575}" srcOrd="1" destOrd="0" presId="urn:microsoft.com/office/officeart/2005/8/layout/vList5"/>
    <dgm:cxn modelId="{570E6F2D-1E66-42C8-A8AA-76AC98B2C48F}" type="presParOf" srcId="{5A2CCD59-857B-476B-943E-C3EC8371C6D5}" destId="{365A0993-30EE-4593-AE50-F60DF83EB024}" srcOrd="3" destOrd="0" presId="urn:microsoft.com/office/officeart/2005/8/layout/vList5"/>
    <dgm:cxn modelId="{C4D39B84-38F0-40E5-8A10-0B1DE67EB7CF}" type="presParOf" srcId="{5A2CCD59-857B-476B-943E-C3EC8371C6D5}" destId="{F5A42C95-7150-4BD8-866E-930722A2E739}" srcOrd="4" destOrd="0" presId="urn:microsoft.com/office/officeart/2005/8/layout/vList5"/>
    <dgm:cxn modelId="{08A62549-B91A-409A-8595-C7F3F60CA9EB}" type="presParOf" srcId="{F5A42C95-7150-4BD8-866E-930722A2E739}" destId="{561892AA-11CC-4E5A-931E-E45F79E7B990}" srcOrd="0" destOrd="0" presId="urn:microsoft.com/office/officeart/2005/8/layout/vList5"/>
    <dgm:cxn modelId="{73A0038C-7917-4846-BC92-52234878783D}" type="presParOf" srcId="{F5A42C95-7150-4BD8-866E-930722A2E739}" destId="{82B428FB-924B-4CF8-8270-3A6BDAA74818}" srcOrd="1" destOrd="0" presId="urn:microsoft.com/office/officeart/2005/8/layout/vList5"/>
    <dgm:cxn modelId="{BB851594-0489-42FF-83AB-CDDBFAB3C894}" type="presParOf" srcId="{5A2CCD59-857B-476B-943E-C3EC8371C6D5}" destId="{F602626B-8F6A-45E7-98FC-CFDF1CFA9879}" srcOrd="5" destOrd="0" presId="urn:microsoft.com/office/officeart/2005/8/layout/vList5"/>
    <dgm:cxn modelId="{281324D0-FA54-413E-8E11-B5A0D5F639C2}" type="presParOf" srcId="{5A2CCD59-857B-476B-943E-C3EC8371C6D5}" destId="{7BCE4DA5-F049-44BC-BD9A-DBC0227FC5AA}" srcOrd="6" destOrd="0" presId="urn:microsoft.com/office/officeart/2005/8/layout/vList5"/>
    <dgm:cxn modelId="{A07E8EF5-4750-4FF4-94F2-9531AD726B10}" type="presParOf" srcId="{7BCE4DA5-F049-44BC-BD9A-DBC0227FC5AA}" destId="{9C7E865E-98E9-4C61-B41C-0D1EE7F2B8E8}" srcOrd="0" destOrd="0" presId="urn:microsoft.com/office/officeart/2005/8/layout/vList5"/>
    <dgm:cxn modelId="{3FABEC2D-5507-4A4C-BD6F-7FF63519AF05}" type="presParOf" srcId="{7BCE4DA5-F049-44BC-BD9A-DBC0227FC5AA}" destId="{69B44DDA-6163-44F8-A7A3-FDCCDF1A852F}" srcOrd="1" destOrd="0" presId="urn:microsoft.com/office/officeart/2005/8/layout/vList5"/>
    <dgm:cxn modelId="{3B067EB9-4343-414C-AA51-67E33271CA35}" type="presParOf" srcId="{5A2CCD59-857B-476B-943E-C3EC8371C6D5}" destId="{F7850E2C-1164-4316-B9D6-21126C56669A}" srcOrd="7" destOrd="0" presId="urn:microsoft.com/office/officeart/2005/8/layout/vList5"/>
    <dgm:cxn modelId="{66E3DD0E-772B-4AE7-B54E-3F47E279BCD5}" type="presParOf" srcId="{5A2CCD59-857B-476B-943E-C3EC8371C6D5}" destId="{2F1D8C8F-6FDE-47E0-B8BA-3A3FE49A9173}" srcOrd="8" destOrd="0" presId="urn:microsoft.com/office/officeart/2005/8/layout/vList5"/>
    <dgm:cxn modelId="{BCFC65B7-CEA4-41EA-833E-26817347A0F5}" type="presParOf" srcId="{2F1D8C8F-6FDE-47E0-B8BA-3A3FE49A9173}" destId="{D0A3C627-0C5C-4DE6-92B7-FBF484E56A89}" srcOrd="0" destOrd="0" presId="urn:microsoft.com/office/officeart/2005/8/layout/vList5"/>
    <dgm:cxn modelId="{3D727310-71F1-472C-A70E-8C96E21CFBE9}" type="presParOf" srcId="{2F1D8C8F-6FDE-47E0-B8BA-3A3FE49A9173}" destId="{5614F1EB-BE08-4ABF-B664-EBA04884C2D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7A8CF7-3F21-41B2-A2E2-88768404B20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C7C124-6241-4DAC-B122-35B5761929CD}">
      <dgm:prSet/>
      <dgm:spPr/>
      <dgm:t>
        <a:bodyPr/>
        <a:lstStyle/>
        <a:p>
          <a:r>
            <a:rPr lang="en-US"/>
            <a:t>Risks:</a:t>
          </a:r>
        </a:p>
      </dgm:t>
    </dgm:pt>
    <dgm:pt modelId="{F793FC3D-73F1-4A42-BDF6-D5561DC5DADE}" type="parTrans" cxnId="{930A7193-F1B7-4F7A-916C-A80A6E6467E0}">
      <dgm:prSet/>
      <dgm:spPr/>
      <dgm:t>
        <a:bodyPr/>
        <a:lstStyle/>
        <a:p>
          <a:endParaRPr lang="en-US"/>
        </a:p>
      </dgm:t>
    </dgm:pt>
    <dgm:pt modelId="{AF460C38-5A19-4376-AD75-C12FD202D6C9}" type="sibTrans" cxnId="{930A7193-F1B7-4F7A-916C-A80A6E6467E0}">
      <dgm:prSet/>
      <dgm:spPr/>
      <dgm:t>
        <a:bodyPr/>
        <a:lstStyle/>
        <a:p>
          <a:endParaRPr lang="en-US"/>
        </a:p>
      </dgm:t>
    </dgm:pt>
    <dgm:pt modelId="{A2C8D5B6-F343-4683-9DB6-234F4F75F167}">
      <dgm:prSet/>
      <dgm:spPr/>
      <dgm:t>
        <a:bodyPr/>
        <a:lstStyle/>
        <a:p>
          <a:r>
            <a:rPr lang="en-US"/>
            <a:t>High Database Security is required for user trust</a:t>
          </a:r>
        </a:p>
      </dgm:t>
    </dgm:pt>
    <dgm:pt modelId="{247CCC3A-C4AE-4BC0-B027-1FFF609787DF}" type="parTrans" cxnId="{95F71074-9D73-4E56-9C39-A8C16BC8DAD9}">
      <dgm:prSet/>
      <dgm:spPr/>
      <dgm:t>
        <a:bodyPr/>
        <a:lstStyle/>
        <a:p>
          <a:endParaRPr lang="en-US"/>
        </a:p>
      </dgm:t>
    </dgm:pt>
    <dgm:pt modelId="{CBD2D2B1-BBB9-4EAB-89D5-954B14E1A6FE}" type="sibTrans" cxnId="{95F71074-9D73-4E56-9C39-A8C16BC8DAD9}">
      <dgm:prSet/>
      <dgm:spPr/>
      <dgm:t>
        <a:bodyPr/>
        <a:lstStyle/>
        <a:p>
          <a:endParaRPr lang="en-US"/>
        </a:p>
      </dgm:t>
    </dgm:pt>
    <dgm:pt modelId="{7FFBCB18-F2AC-4214-823C-8A28D13CE5B8}">
      <dgm:prSet/>
      <dgm:spPr/>
      <dgm:t>
        <a:bodyPr/>
        <a:lstStyle/>
        <a:p>
          <a:r>
            <a:rPr lang="en-US"/>
            <a:t>Stakeholders could push for more addictive mechanisms</a:t>
          </a:r>
        </a:p>
      </dgm:t>
    </dgm:pt>
    <dgm:pt modelId="{5F82622C-AFAD-4466-8DFB-3B5D1FBAE03F}" type="parTrans" cxnId="{53FD1AA1-9E28-49EF-9697-5D05E9547215}">
      <dgm:prSet/>
      <dgm:spPr/>
      <dgm:t>
        <a:bodyPr/>
        <a:lstStyle/>
        <a:p>
          <a:endParaRPr lang="en-US"/>
        </a:p>
      </dgm:t>
    </dgm:pt>
    <dgm:pt modelId="{8BFB207E-7EBF-4079-95D5-0EB74DD39155}" type="sibTrans" cxnId="{53FD1AA1-9E28-49EF-9697-5D05E9547215}">
      <dgm:prSet/>
      <dgm:spPr/>
      <dgm:t>
        <a:bodyPr/>
        <a:lstStyle/>
        <a:p>
          <a:endParaRPr lang="en-US"/>
        </a:p>
      </dgm:t>
    </dgm:pt>
    <dgm:pt modelId="{CC85D520-470C-4211-BBC2-250990F3C35A}">
      <dgm:prSet/>
      <dgm:spPr/>
      <dgm:t>
        <a:bodyPr/>
        <a:lstStyle/>
        <a:p>
          <a:r>
            <a:rPr lang="en-US"/>
            <a:t>Phone APK implementation could be difficult</a:t>
          </a:r>
        </a:p>
      </dgm:t>
    </dgm:pt>
    <dgm:pt modelId="{4EA572C2-CAB6-4325-804B-D53D93633B2C}" type="parTrans" cxnId="{CE3AF094-F6AD-430F-ABE7-8642A7A35D6D}">
      <dgm:prSet/>
      <dgm:spPr/>
      <dgm:t>
        <a:bodyPr/>
        <a:lstStyle/>
        <a:p>
          <a:endParaRPr lang="en-US"/>
        </a:p>
      </dgm:t>
    </dgm:pt>
    <dgm:pt modelId="{2BA74AB4-869F-428B-A542-7C1EB691F6E2}" type="sibTrans" cxnId="{CE3AF094-F6AD-430F-ABE7-8642A7A35D6D}">
      <dgm:prSet/>
      <dgm:spPr/>
      <dgm:t>
        <a:bodyPr/>
        <a:lstStyle/>
        <a:p>
          <a:endParaRPr lang="en-US"/>
        </a:p>
      </dgm:t>
    </dgm:pt>
    <dgm:pt modelId="{ADDA75F2-491B-409F-AF00-FC2587C82394}">
      <dgm:prSet/>
      <dgm:spPr/>
      <dgm:t>
        <a:bodyPr/>
        <a:lstStyle/>
        <a:p>
          <a:r>
            <a:rPr lang="en-US"/>
            <a:t>Mitigation Strategies:</a:t>
          </a:r>
        </a:p>
      </dgm:t>
    </dgm:pt>
    <dgm:pt modelId="{1BBCC25A-D783-4379-8736-FE75EBE8FC4B}" type="parTrans" cxnId="{23DBAB76-0CFA-47AC-8D33-F0507CC6A512}">
      <dgm:prSet/>
      <dgm:spPr/>
      <dgm:t>
        <a:bodyPr/>
        <a:lstStyle/>
        <a:p>
          <a:endParaRPr lang="en-US"/>
        </a:p>
      </dgm:t>
    </dgm:pt>
    <dgm:pt modelId="{B90A1847-DB36-4E0F-A722-15BB1CF4EE54}" type="sibTrans" cxnId="{23DBAB76-0CFA-47AC-8D33-F0507CC6A512}">
      <dgm:prSet/>
      <dgm:spPr/>
      <dgm:t>
        <a:bodyPr/>
        <a:lstStyle/>
        <a:p>
          <a:endParaRPr lang="en-US"/>
        </a:p>
      </dgm:t>
    </dgm:pt>
    <dgm:pt modelId="{BBFFAD2D-D819-484A-9579-66AF5F470E55}">
      <dgm:prSet/>
      <dgm:spPr/>
      <dgm:t>
        <a:bodyPr/>
        <a:lstStyle/>
        <a:p>
          <a:r>
            <a:rPr lang="en-US"/>
            <a:t>Ensure data is appropriately encrypted </a:t>
          </a:r>
        </a:p>
      </dgm:t>
    </dgm:pt>
    <dgm:pt modelId="{C18E64A0-F77E-4515-98BD-58F627DC8976}" type="parTrans" cxnId="{6FC504C8-DC5A-4D46-BFB9-FC7B8C4BBAAF}">
      <dgm:prSet/>
      <dgm:spPr/>
      <dgm:t>
        <a:bodyPr/>
        <a:lstStyle/>
        <a:p>
          <a:endParaRPr lang="en-US"/>
        </a:p>
      </dgm:t>
    </dgm:pt>
    <dgm:pt modelId="{F90458CF-99F8-4AEB-8FFF-AEA446D2821C}" type="sibTrans" cxnId="{6FC504C8-DC5A-4D46-BFB9-FC7B8C4BBAAF}">
      <dgm:prSet/>
      <dgm:spPr/>
      <dgm:t>
        <a:bodyPr/>
        <a:lstStyle/>
        <a:p>
          <a:endParaRPr lang="en-US"/>
        </a:p>
      </dgm:t>
    </dgm:pt>
    <dgm:pt modelId="{E9A7C3F3-3184-4E2C-90F4-8287D28AE055}">
      <dgm:prSet/>
      <dgm:spPr/>
      <dgm:t>
        <a:bodyPr/>
        <a:lstStyle/>
        <a:p>
          <a:r>
            <a:rPr lang="en-US"/>
            <a:t>Set clear expectations early in development</a:t>
          </a:r>
        </a:p>
      </dgm:t>
    </dgm:pt>
    <dgm:pt modelId="{4CF25B7F-0CA9-4101-A3DF-E2801C8C0DD3}" type="parTrans" cxnId="{F74FF940-3E06-42F7-88BF-5657979AFA2A}">
      <dgm:prSet/>
      <dgm:spPr/>
      <dgm:t>
        <a:bodyPr/>
        <a:lstStyle/>
        <a:p>
          <a:endParaRPr lang="en-US"/>
        </a:p>
      </dgm:t>
    </dgm:pt>
    <dgm:pt modelId="{8B84A296-4B79-45DD-9DE6-74D71895B6B8}" type="sibTrans" cxnId="{F74FF940-3E06-42F7-88BF-5657979AFA2A}">
      <dgm:prSet/>
      <dgm:spPr/>
      <dgm:t>
        <a:bodyPr/>
        <a:lstStyle/>
        <a:p>
          <a:endParaRPr lang="en-US"/>
        </a:p>
      </dgm:t>
    </dgm:pt>
    <dgm:pt modelId="{B83F5676-8287-4C1D-BBD7-D52254DA5744}">
      <dgm:prSet/>
      <dgm:spPr/>
      <dgm:t>
        <a:bodyPr/>
        <a:lstStyle/>
        <a:p>
          <a:endParaRPr lang="en-US"/>
        </a:p>
      </dgm:t>
    </dgm:pt>
    <dgm:pt modelId="{EEE8E622-B798-4C41-9249-DCBC6A2A676D}" type="parTrans" cxnId="{DDA8AF7B-EE5A-4019-987E-483FE186D719}">
      <dgm:prSet/>
      <dgm:spPr/>
      <dgm:t>
        <a:bodyPr/>
        <a:lstStyle/>
        <a:p>
          <a:endParaRPr lang="en-US"/>
        </a:p>
      </dgm:t>
    </dgm:pt>
    <dgm:pt modelId="{45F62D33-0530-40A1-86CE-F64C2C77034A}" type="sibTrans" cxnId="{DDA8AF7B-EE5A-4019-987E-483FE186D719}">
      <dgm:prSet/>
      <dgm:spPr/>
      <dgm:t>
        <a:bodyPr/>
        <a:lstStyle/>
        <a:p>
          <a:endParaRPr lang="en-US"/>
        </a:p>
      </dgm:t>
    </dgm:pt>
    <dgm:pt modelId="{9D2741FC-4C9C-4EF4-9AC5-60C00AA4D979}">
      <dgm:prSet/>
      <dgm:spPr/>
      <dgm:t>
        <a:bodyPr/>
        <a:lstStyle/>
        <a:p>
          <a:r>
            <a:rPr lang="en-US"/>
            <a:t>Research implementation options and begin learning necessary tools early in development</a:t>
          </a:r>
        </a:p>
      </dgm:t>
    </dgm:pt>
    <dgm:pt modelId="{A8B43B52-2251-4C7A-85A1-84925A64199C}" type="parTrans" cxnId="{9C1F891E-BBC5-4CA5-8353-589753097600}">
      <dgm:prSet/>
      <dgm:spPr/>
      <dgm:t>
        <a:bodyPr/>
        <a:lstStyle/>
        <a:p>
          <a:endParaRPr lang="en-US"/>
        </a:p>
      </dgm:t>
    </dgm:pt>
    <dgm:pt modelId="{64628DFC-4F04-4D21-9858-D9524C322464}" type="sibTrans" cxnId="{9C1F891E-BBC5-4CA5-8353-589753097600}">
      <dgm:prSet/>
      <dgm:spPr/>
      <dgm:t>
        <a:bodyPr/>
        <a:lstStyle/>
        <a:p>
          <a:endParaRPr lang="en-US"/>
        </a:p>
      </dgm:t>
    </dgm:pt>
    <dgm:pt modelId="{57BF4A4D-6808-401E-A903-797C42D4ABAE}" type="pres">
      <dgm:prSet presAssocID="{1B7A8CF7-3F21-41B2-A2E2-88768404B20B}" presName="linear" presStyleCnt="0">
        <dgm:presLayoutVars>
          <dgm:dir/>
          <dgm:animLvl val="lvl"/>
          <dgm:resizeHandles val="exact"/>
        </dgm:presLayoutVars>
      </dgm:prSet>
      <dgm:spPr/>
    </dgm:pt>
    <dgm:pt modelId="{B1C7BF98-345B-4C37-8E1D-0C362E670488}" type="pres">
      <dgm:prSet presAssocID="{F2C7C124-6241-4DAC-B122-35B5761929CD}" presName="parentLin" presStyleCnt="0"/>
      <dgm:spPr/>
    </dgm:pt>
    <dgm:pt modelId="{B767C2F1-B11A-4007-AA60-65F1AEF47C43}" type="pres">
      <dgm:prSet presAssocID="{F2C7C124-6241-4DAC-B122-35B5761929CD}" presName="parentLeftMargin" presStyleLbl="node1" presStyleIdx="0" presStyleCnt="2"/>
      <dgm:spPr/>
    </dgm:pt>
    <dgm:pt modelId="{1ECDF1C0-D900-4EE3-B64A-037B95ABD33A}" type="pres">
      <dgm:prSet presAssocID="{F2C7C124-6241-4DAC-B122-35B5761929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7486C6-E02D-4BF3-ACAD-86EECAE1182A}" type="pres">
      <dgm:prSet presAssocID="{F2C7C124-6241-4DAC-B122-35B5761929CD}" presName="negativeSpace" presStyleCnt="0"/>
      <dgm:spPr/>
    </dgm:pt>
    <dgm:pt modelId="{7337C2A2-AF0B-4037-928E-C029C36AB869}" type="pres">
      <dgm:prSet presAssocID="{F2C7C124-6241-4DAC-B122-35B5761929CD}" presName="childText" presStyleLbl="conFgAcc1" presStyleIdx="0" presStyleCnt="2">
        <dgm:presLayoutVars>
          <dgm:bulletEnabled val="1"/>
        </dgm:presLayoutVars>
      </dgm:prSet>
      <dgm:spPr/>
    </dgm:pt>
    <dgm:pt modelId="{C67DE0C7-B1CE-4569-BBC6-CD29BEEF1BC6}" type="pres">
      <dgm:prSet presAssocID="{AF460C38-5A19-4376-AD75-C12FD202D6C9}" presName="spaceBetweenRectangles" presStyleCnt="0"/>
      <dgm:spPr/>
    </dgm:pt>
    <dgm:pt modelId="{10F5F86B-E4E1-4D59-86BD-79E5C52D5AFC}" type="pres">
      <dgm:prSet presAssocID="{ADDA75F2-491B-409F-AF00-FC2587C82394}" presName="parentLin" presStyleCnt="0"/>
      <dgm:spPr/>
    </dgm:pt>
    <dgm:pt modelId="{D9ADEC0D-488D-4272-85CA-003A33E3027F}" type="pres">
      <dgm:prSet presAssocID="{ADDA75F2-491B-409F-AF00-FC2587C82394}" presName="parentLeftMargin" presStyleLbl="node1" presStyleIdx="0" presStyleCnt="2"/>
      <dgm:spPr/>
    </dgm:pt>
    <dgm:pt modelId="{A6F6927B-3931-4DB2-A171-C13DE013E5AB}" type="pres">
      <dgm:prSet presAssocID="{ADDA75F2-491B-409F-AF00-FC2587C82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C1A49F6-1AB5-49C4-95B0-EAFDED5361F3}" type="pres">
      <dgm:prSet presAssocID="{ADDA75F2-491B-409F-AF00-FC2587C82394}" presName="negativeSpace" presStyleCnt="0"/>
      <dgm:spPr/>
    </dgm:pt>
    <dgm:pt modelId="{17B30FA6-3533-4506-B28D-E061E1CF1E3B}" type="pres">
      <dgm:prSet presAssocID="{ADDA75F2-491B-409F-AF00-FC2587C82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6BCAD06-2D3D-4105-8219-54482710698B}" type="presOf" srcId="{1B7A8CF7-3F21-41B2-A2E2-88768404B20B}" destId="{57BF4A4D-6808-401E-A903-797C42D4ABAE}" srcOrd="0" destOrd="0" presId="urn:microsoft.com/office/officeart/2005/8/layout/list1"/>
    <dgm:cxn modelId="{CD9A600C-4B04-4265-9513-44DC867429BE}" type="presOf" srcId="{7FFBCB18-F2AC-4214-823C-8A28D13CE5B8}" destId="{7337C2A2-AF0B-4037-928E-C029C36AB869}" srcOrd="0" destOrd="1" presId="urn:microsoft.com/office/officeart/2005/8/layout/list1"/>
    <dgm:cxn modelId="{9C1F891E-BBC5-4CA5-8353-589753097600}" srcId="{ADDA75F2-491B-409F-AF00-FC2587C82394}" destId="{9D2741FC-4C9C-4EF4-9AC5-60C00AA4D979}" srcOrd="2" destOrd="0" parTransId="{A8B43B52-2251-4C7A-85A1-84925A64199C}" sibTransId="{64628DFC-4F04-4D21-9858-D9524C322464}"/>
    <dgm:cxn modelId="{F74FF940-3E06-42F7-88BF-5657979AFA2A}" srcId="{ADDA75F2-491B-409F-AF00-FC2587C82394}" destId="{E9A7C3F3-3184-4E2C-90F4-8287D28AE055}" srcOrd="1" destOrd="0" parTransId="{4CF25B7F-0CA9-4101-A3DF-E2801C8C0DD3}" sibTransId="{8B84A296-4B79-45DD-9DE6-74D71895B6B8}"/>
    <dgm:cxn modelId="{8B5CCD5E-8BD2-46FB-9DA5-DED749E93C07}" type="presOf" srcId="{9D2741FC-4C9C-4EF4-9AC5-60C00AA4D979}" destId="{17B30FA6-3533-4506-B28D-E061E1CF1E3B}" srcOrd="0" destOrd="2" presId="urn:microsoft.com/office/officeart/2005/8/layout/list1"/>
    <dgm:cxn modelId="{B7246963-DC86-4176-9A3B-DC78B858EE7E}" type="presOf" srcId="{B83F5676-8287-4C1D-BBD7-D52254DA5744}" destId="{17B30FA6-3533-4506-B28D-E061E1CF1E3B}" srcOrd="0" destOrd="3" presId="urn:microsoft.com/office/officeart/2005/8/layout/list1"/>
    <dgm:cxn modelId="{E5EA5469-9C33-412C-8DAE-A3DEFBF133A7}" type="presOf" srcId="{ADDA75F2-491B-409F-AF00-FC2587C82394}" destId="{D9ADEC0D-488D-4272-85CA-003A33E3027F}" srcOrd="0" destOrd="0" presId="urn:microsoft.com/office/officeart/2005/8/layout/list1"/>
    <dgm:cxn modelId="{95F71074-9D73-4E56-9C39-A8C16BC8DAD9}" srcId="{F2C7C124-6241-4DAC-B122-35B5761929CD}" destId="{A2C8D5B6-F343-4683-9DB6-234F4F75F167}" srcOrd="0" destOrd="0" parTransId="{247CCC3A-C4AE-4BC0-B027-1FFF609787DF}" sibTransId="{CBD2D2B1-BBB9-4EAB-89D5-954B14E1A6FE}"/>
    <dgm:cxn modelId="{23DBAB76-0CFA-47AC-8D33-F0507CC6A512}" srcId="{1B7A8CF7-3F21-41B2-A2E2-88768404B20B}" destId="{ADDA75F2-491B-409F-AF00-FC2587C82394}" srcOrd="1" destOrd="0" parTransId="{1BBCC25A-D783-4379-8736-FE75EBE8FC4B}" sibTransId="{B90A1847-DB36-4E0F-A722-15BB1CF4EE54}"/>
    <dgm:cxn modelId="{DDA8AF7B-EE5A-4019-987E-483FE186D719}" srcId="{ADDA75F2-491B-409F-AF00-FC2587C82394}" destId="{B83F5676-8287-4C1D-BBD7-D52254DA5744}" srcOrd="3" destOrd="0" parTransId="{EEE8E622-B798-4C41-9249-DCBC6A2A676D}" sibTransId="{45F62D33-0530-40A1-86CE-F64C2C77034A}"/>
    <dgm:cxn modelId="{930A7193-F1B7-4F7A-916C-A80A6E6467E0}" srcId="{1B7A8CF7-3F21-41B2-A2E2-88768404B20B}" destId="{F2C7C124-6241-4DAC-B122-35B5761929CD}" srcOrd="0" destOrd="0" parTransId="{F793FC3D-73F1-4A42-BDF6-D5561DC5DADE}" sibTransId="{AF460C38-5A19-4376-AD75-C12FD202D6C9}"/>
    <dgm:cxn modelId="{CE3AF094-F6AD-430F-ABE7-8642A7A35D6D}" srcId="{F2C7C124-6241-4DAC-B122-35B5761929CD}" destId="{CC85D520-470C-4211-BBC2-250990F3C35A}" srcOrd="2" destOrd="0" parTransId="{4EA572C2-CAB6-4325-804B-D53D93633B2C}" sibTransId="{2BA74AB4-869F-428B-A542-7C1EB691F6E2}"/>
    <dgm:cxn modelId="{61F6979C-915F-420C-8061-CA8E5A561FAF}" type="presOf" srcId="{F2C7C124-6241-4DAC-B122-35B5761929CD}" destId="{1ECDF1C0-D900-4EE3-B64A-037B95ABD33A}" srcOrd="1" destOrd="0" presId="urn:microsoft.com/office/officeart/2005/8/layout/list1"/>
    <dgm:cxn modelId="{53FD1AA1-9E28-49EF-9697-5D05E9547215}" srcId="{F2C7C124-6241-4DAC-B122-35B5761929CD}" destId="{7FFBCB18-F2AC-4214-823C-8A28D13CE5B8}" srcOrd="1" destOrd="0" parTransId="{5F82622C-AFAD-4466-8DFB-3B5D1FBAE03F}" sibTransId="{8BFB207E-7EBF-4079-95D5-0EB74DD39155}"/>
    <dgm:cxn modelId="{3E9D4BA6-A3E2-428B-9A1B-CAC56B4A1FAB}" type="presOf" srcId="{A2C8D5B6-F343-4683-9DB6-234F4F75F167}" destId="{7337C2A2-AF0B-4037-928E-C029C36AB869}" srcOrd="0" destOrd="0" presId="urn:microsoft.com/office/officeart/2005/8/layout/list1"/>
    <dgm:cxn modelId="{CAA039B2-9C7B-4601-AE8C-1E7DF4A83ABA}" type="presOf" srcId="{ADDA75F2-491B-409F-AF00-FC2587C82394}" destId="{A6F6927B-3931-4DB2-A171-C13DE013E5AB}" srcOrd="1" destOrd="0" presId="urn:microsoft.com/office/officeart/2005/8/layout/list1"/>
    <dgm:cxn modelId="{13210AC0-2096-470A-B108-A1AA77ABF5E1}" type="presOf" srcId="{BBFFAD2D-D819-484A-9579-66AF5F470E55}" destId="{17B30FA6-3533-4506-B28D-E061E1CF1E3B}" srcOrd="0" destOrd="0" presId="urn:microsoft.com/office/officeart/2005/8/layout/list1"/>
    <dgm:cxn modelId="{03422EC7-7E33-43B8-A5A5-C7144D4EDF2D}" type="presOf" srcId="{F2C7C124-6241-4DAC-B122-35B5761929CD}" destId="{B767C2F1-B11A-4007-AA60-65F1AEF47C43}" srcOrd="0" destOrd="0" presId="urn:microsoft.com/office/officeart/2005/8/layout/list1"/>
    <dgm:cxn modelId="{6FC504C8-DC5A-4D46-BFB9-FC7B8C4BBAAF}" srcId="{ADDA75F2-491B-409F-AF00-FC2587C82394}" destId="{BBFFAD2D-D819-484A-9579-66AF5F470E55}" srcOrd="0" destOrd="0" parTransId="{C18E64A0-F77E-4515-98BD-58F627DC8976}" sibTransId="{F90458CF-99F8-4AEB-8FFF-AEA446D2821C}"/>
    <dgm:cxn modelId="{54D44FE6-2540-4CA9-83AB-85721A4BC7C5}" type="presOf" srcId="{E9A7C3F3-3184-4E2C-90F4-8287D28AE055}" destId="{17B30FA6-3533-4506-B28D-E061E1CF1E3B}" srcOrd="0" destOrd="1" presId="urn:microsoft.com/office/officeart/2005/8/layout/list1"/>
    <dgm:cxn modelId="{03AD0AF4-A4A5-4987-8EC2-F9DE9C311AE9}" type="presOf" srcId="{CC85D520-470C-4211-BBC2-250990F3C35A}" destId="{7337C2A2-AF0B-4037-928E-C029C36AB869}" srcOrd="0" destOrd="2" presId="urn:microsoft.com/office/officeart/2005/8/layout/list1"/>
    <dgm:cxn modelId="{8B7B0A39-D176-470F-B489-ACA2DF8DE12D}" type="presParOf" srcId="{57BF4A4D-6808-401E-A903-797C42D4ABAE}" destId="{B1C7BF98-345B-4C37-8E1D-0C362E670488}" srcOrd="0" destOrd="0" presId="urn:microsoft.com/office/officeart/2005/8/layout/list1"/>
    <dgm:cxn modelId="{73158100-FBBA-4092-9D42-FEE5C5082563}" type="presParOf" srcId="{B1C7BF98-345B-4C37-8E1D-0C362E670488}" destId="{B767C2F1-B11A-4007-AA60-65F1AEF47C43}" srcOrd="0" destOrd="0" presId="urn:microsoft.com/office/officeart/2005/8/layout/list1"/>
    <dgm:cxn modelId="{39132AF8-640E-4C81-A3F2-B3C795CBDB1B}" type="presParOf" srcId="{B1C7BF98-345B-4C37-8E1D-0C362E670488}" destId="{1ECDF1C0-D900-4EE3-B64A-037B95ABD33A}" srcOrd="1" destOrd="0" presId="urn:microsoft.com/office/officeart/2005/8/layout/list1"/>
    <dgm:cxn modelId="{AD0C3DA6-9279-41BF-B0BD-E9B03FD3B6D8}" type="presParOf" srcId="{57BF4A4D-6808-401E-A903-797C42D4ABAE}" destId="{6C7486C6-E02D-4BF3-ACAD-86EECAE1182A}" srcOrd="1" destOrd="0" presId="urn:microsoft.com/office/officeart/2005/8/layout/list1"/>
    <dgm:cxn modelId="{645B0D26-EFB2-4A00-BD06-8BA47A163AB3}" type="presParOf" srcId="{57BF4A4D-6808-401E-A903-797C42D4ABAE}" destId="{7337C2A2-AF0B-4037-928E-C029C36AB869}" srcOrd="2" destOrd="0" presId="urn:microsoft.com/office/officeart/2005/8/layout/list1"/>
    <dgm:cxn modelId="{D1DBBC7F-1D0B-46AE-A3F8-940FD30A3319}" type="presParOf" srcId="{57BF4A4D-6808-401E-A903-797C42D4ABAE}" destId="{C67DE0C7-B1CE-4569-BBC6-CD29BEEF1BC6}" srcOrd="3" destOrd="0" presId="urn:microsoft.com/office/officeart/2005/8/layout/list1"/>
    <dgm:cxn modelId="{022CE3C8-6803-4E1B-BF44-35CDF230E35C}" type="presParOf" srcId="{57BF4A4D-6808-401E-A903-797C42D4ABAE}" destId="{10F5F86B-E4E1-4D59-86BD-79E5C52D5AFC}" srcOrd="4" destOrd="0" presId="urn:microsoft.com/office/officeart/2005/8/layout/list1"/>
    <dgm:cxn modelId="{66073D53-E579-40FD-836A-2FD53C59DD0F}" type="presParOf" srcId="{10F5F86B-E4E1-4D59-86BD-79E5C52D5AFC}" destId="{D9ADEC0D-488D-4272-85CA-003A33E3027F}" srcOrd="0" destOrd="0" presId="urn:microsoft.com/office/officeart/2005/8/layout/list1"/>
    <dgm:cxn modelId="{951854B4-195E-4720-81AA-3FA53BDD07C1}" type="presParOf" srcId="{10F5F86B-E4E1-4D59-86BD-79E5C52D5AFC}" destId="{A6F6927B-3931-4DB2-A171-C13DE013E5AB}" srcOrd="1" destOrd="0" presId="urn:microsoft.com/office/officeart/2005/8/layout/list1"/>
    <dgm:cxn modelId="{8CD40208-C8C1-426C-B15E-460275FB29B5}" type="presParOf" srcId="{57BF4A4D-6808-401E-A903-797C42D4ABAE}" destId="{BC1A49F6-1AB5-49C4-95B0-EAFDED5361F3}" srcOrd="5" destOrd="0" presId="urn:microsoft.com/office/officeart/2005/8/layout/list1"/>
    <dgm:cxn modelId="{67D22C52-71CC-499A-AF38-0BD2CDEF7451}" type="presParOf" srcId="{57BF4A4D-6808-401E-A903-797C42D4ABAE}" destId="{17B30FA6-3533-4506-B28D-E061E1CF1E3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827680-D139-4722-A100-095D849FCA95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2EB2E6E-5788-4ED4-86D8-6D0DEDD0A8A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As a student, I want to track interactions I have with people at various academic events, so that I can easily remember the people I met at particular events.</a:t>
          </a:r>
        </a:p>
      </dgm:t>
    </dgm:pt>
    <dgm:pt modelId="{2CA60CB2-6943-43DF-B6A1-6FB00A82CEE1}" type="parTrans" cxnId="{E18BF694-263A-4342-AF82-8CA1D67F2E90}">
      <dgm:prSet/>
      <dgm:spPr/>
      <dgm:t>
        <a:bodyPr/>
        <a:lstStyle/>
        <a:p>
          <a:endParaRPr lang="en-US" sz="2000"/>
        </a:p>
      </dgm:t>
    </dgm:pt>
    <dgm:pt modelId="{A95CAD44-9E85-46A7-938E-270C61276318}" type="sibTrans" cxnId="{E18BF694-263A-4342-AF82-8CA1D67F2E90}">
      <dgm:prSet/>
      <dgm:spPr/>
      <dgm:t>
        <a:bodyPr/>
        <a:lstStyle/>
        <a:p>
          <a:endParaRPr lang="en-US"/>
        </a:p>
      </dgm:t>
    </dgm:pt>
    <dgm:pt modelId="{C547E5F8-71CE-4D3B-8F2D-D5353447F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someone who struggles to keep track of things, I want a nice way to meticulously organize my notes on the people, topics, and events that I encounter. </a:t>
          </a:r>
        </a:p>
      </dgm:t>
    </dgm:pt>
    <dgm:pt modelId="{2EF857CA-AE70-4E08-9343-1D6FC93E67B5}" type="parTrans" cxnId="{6C0FA77E-5251-419F-AE9D-472B436D7637}">
      <dgm:prSet/>
      <dgm:spPr/>
      <dgm:t>
        <a:bodyPr/>
        <a:lstStyle/>
        <a:p>
          <a:endParaRPr lang="en-US" sz="2000"/>
        </a:p>
      </dgm:t>
    </dgm:pt>
    <dgm:pt modelId="{00612A27-0059-4DEF-900E-A77CE46408D5}" type="sibTrans" cxnId="{6C0FA77E-5251-419F-AE9D-472B436D7637}">
      <dgm:prSet/>
      <dgm:spPr/>
      <dgm:t>
        <a:bodyPr/>
        <a:lstStyle/>
        <a:p>
          <a:endParaRPr lang="en-US"/>
        </a:p>
      </dgm:t>
    </dgm:pt>
    <dgm:pt modelId="{7D44B475-55A3-46DA-8A86-877E4B3A8D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someone who has moved to a new place, I want to be able to keep track of the cultural differences between my new home and what I’m used to.</a:t>
          </a:r>
        </a:p>
      </dgm:t>
    </dgm:pt>
    <dgm:pt modelId="{A4B186C3-A507-4652-AAFF-B54258C4D140}" type="parTrans" cxnId="{C7D19592-D40A-4705-BBC8-C30EEEF08DA0}">
      <dgm:prSet/>
      <dgm:spPr/>
      <dgm:t>
        <a:bodyPr/>
        <a:lstStyle/>
        <a:p>
          <a:endParaRPr lang="en-US" sz="2000"/>
        </a:p>
      </dgm:t>
    </dgm:pt>
    <dgm:pt modelId="{947E7699-5EAF-49BE-9421-6DBF73A9BE06}" type="sibTrans" cxnId="{C7D19592-D40A-4705-BBC8-C30EEEF08DA0}">
      <dgm:prSet/>
      <dgm:spPr/>
      <dgm:t>
        <a:bodyPr/>
        <a:lstStyle/>
        <a:p>
          <a:endParaRPr lang="en-US"/>
        </a:p>
      </dgm:t>
    </dgm:pt>
    <dgm:pt modelId="{BC371D85-5174-4402-B91A-446378E30BEF}" type="pres">
      <dgm:prSet presAssocID="{7F827680-D139-4722-A100-095D849FCA95}" presName="root" presStyleCnt="0">
        <dgm:presLayoutVars>
          <dgm:dir/>
          <dgm:resizeHandles val="exact"/>
        </dgm:presLayoutVars>
      </dgm:prSet>
      <dgm:spPr/>
    </dgm:pt>
    <dgm:pt modelId="{215B6D65-4E88-4FBC-BD2B-83870E897397}" type="pres">
      <dgm:prSet presAssocID="{C2EB2E6E-5788-4ED4-86D8-6D0DEDD0A8A2}" presName="compNode" presStyleCnt="0"/>
      <dgm:spPr/>
    </dgm:pt>
    <dgm:pt modelId="{B6F092FD-5268-4783-8470-B84830118699}" type="pres">
      <dgm:prSet presAssocID="{C2EB2E6E-5788-4ED4-86D8-6D0DEDD0A8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7E56E1C-B4B9-4B40-A571-7C6B2AAFFBF1}" type="pres">
      <dgm:prSet presAssocID="{C2EB2E6E-5788-4ED4-86D8-6D0DEDD0A8A2}" presName="spaceRect" presStyleCnt="0"/>
      <dgm:spPr/>
    </dgm:pt>
    <dgm:pt modelId="{2E73130F-3AB0-468F-8E00-61529E7E4C74}" type="pres">
      <dgm:prSet presAssocID="{C2EB2E6E-5788-4ED4-86D8-6D0DEDD0A8A2}" presName="textRect" presStyleLbl="revTx" presStyleIdx="0" presStyleCnt="3">
        <dgm:presLayoutVars>
          <dgm:chMax val="1"/>
          <dgm:chPref val="1"/>
        </dgm:presLayoutVars>
      </dgm:prSet>
      <dgm:spPr/>
    </dgm:pt>
    <dgm:pt modelId="{2B602B63-D90D-4D2C-8CB3-64262CA38F63}" type="pres">
      <dgm:prSet presAssocID="{A95CAD44-9E85-46A7-938E-270C61276318}" presName="sibTrans" presStyleCnt="0"/>
      <dgm:spPr/>
    </dgm:pt>
    <dgm:pt modelId="{D44BC34E-33F4-432C-BD43-1D781546D3B9}" type="pres">
      <dgm:prSet presAssocID="{C547E5F8-71CE-4D3B-8F2D-D5353447F608}" presName="compNode" presStyleCnt="0"/>
      <dgm:spPr/>
    </dgm:pt>
    <dgm:pt modelId="{1246D564-9324-462D-A98E-EECFCC718514}" type="pres">
      <dgm:prSet presAssocID="{C547E5F8-71CE-4D3B-8F2D-D5353447F6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1490226-8106-4A60-889B-9985C7ECDB87}" type="pres">
      <dgm:prSet presAssocID="{C547E5F8-71CE-4D3B-8F2D-D5353447F608}" presName="spaceRect" presStyleCnt="0"/>
      <dgm:spPr/>
    </dgm:pt>
    <dgm:pt modelId="{6001C28A-722A-437A-82D1-23CBA04A255B}" type="pres">
      <dgm:prSet presAssocID="{C547E5F8-71CE-4D3B-8F2D-D5353447F608}" presName="textRect" presStyleLbl="revTx" presStyleIdx="1" presStyleCnt="3">
        <dgm:presLayoutVars>
          <dgm:chMax val="1"/>
          <dgm:chPref val="1"/>
        </dgm:presLayoutVars>
      </dgm:prSet>
      <dgm:spPr/>
    </dgm:pt>
    <dgm:pt modelId="{87E98022-FB24-4141-963A-AA0D734454DA}" type="pres">
      <dgm:prSet presAssocID="{00612A27-0059-4DEF-900E-A77CE46408D5}" presName="sibTrans" presStyleCnt="0"/>
      <dgm:spPr/>
    </dgm:pt>
    <dgm:pt modelId="{412B3359-35F2-4CA7-9F34-1871E14A31C7}" type="pres">
      <dgm:prSet presAssocID="{7D44B475-55A3-46DA-8A86-877E4B3A8D3B}" presName="compNode" presStyleCnt="0"/>
      <dgm:spPr/>
    </dgm:pt>
    <dgm:pt modelId="{43F6F557-42B8-4CCC-AF70-232FD8338D66}" type="pres">
      <dgm:prSet presAssocID="{7D44B475-55A3-46DA-8A86-877E4B3A8D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818914F-5C0D-457A-9F44-63711EAEF6D0}" type="pres">
      <dgm:prSet presAssocID="{7D44B475-55A3-46DA-8A86-877E4B3A8D3B}" presName="spaceRect" presStyleCnt="0"/>
      <dgm:spPr/>
    </dgm:pt>
    <dgm:pt modelId="{5C643C6C-811A-4403-98C7-D2EB9A5D3A19}" type="pres">
      <dgm:prSet presAssocID="{7D44B475-55A3-46DA-8A86-877E4B3A8D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63BA6E-8D2E-4584-B0E8-33B6DB849841}" type="presOf" srcId="{7D44B475-55A3-46DA-8A86-877E4B3A8D3B}" destId="{5C643C6C-811A-4403-98C7-D2EB9A5D3A19}" srcOrd="0" destOrd="0" presId="urn:microsoft.com/office/officeart/2018/2/layout/IconLabelList"/>
    <dgm:cxn modelId="{231D6471-1E49-45A2-9FE2-656631233878}" type="presOf" srcId="{7F827680-D139-4722-A100-095D849FCA95}" destId="{BC371D85-5174-4402-B91A-446378E30BEF}" srcOrd="0" destOrd="0" presId="urn:microsoft.com/office/officeart/2018/2/layout/IconLabelList"/>
    <dgm:cxn modelId="{6C0FA77E-5251-419F-AE9D-472B436D7637}" srcId="{7F827680-D139-4722-A100-095D849FCA95}" destId="{C547E5F8-71CE-4D3B-8F2D-D5353447F608}" srcOrd="1" destOrd="0" parTransId="{2EF857CA-AE70-4E08-9343-1D6FC93E67B5}" sibTransId="{00612A27-0059-4DEF-900E-A77CE46408D5}"/>
    <dgm:cxn modelId="{C7D19592-D40A-4705-BBC8-C30EEEF08DA0}" srcId="{7F827680-D139-4722-A100-095D849FCA95}" destId="{7D44B475-55A3-46DA-8A86-877E4B3A8D3B}" srcOrd="2" destOrd="0" parTransId="{A4B186C3-A507-4652-AAFF-B54258C4D140}" sibTransId="{947E7699-5EAF-49BE-9421-6DBF73A9BE06}"/>
    <dgm:cxn modelId="{E18BF694-263A-4342-AF82-8CA1D67F2E90}" srcId="{7F827680-D139-4722-A100-095D849FCA95}" destId="{C2EB2E6E-5788-4ED4-86D8-6D0DEDD0A8A2}" srcOrd="0" destOrd="0" parTransId="{2CA60CB2-6943-43DF-B6A1-6FB00A82CEE1}" sibTransId="{A95CAD44-9E85-46A7-938E-270C61276318}"/>
    <dgm:cxn modelId="{177486BF-D5E0-4C3F-B382-B853D79C8CA1}" type="presOf" srcId="{C2EB2E6E-5788-4ED4-86D8-6D0DEDD0A8A2}" destId="{2E73130F-3AB0-468F-8E00-61529E7E4C74}" srcOrd="0" destOrd="0" presId="urn:microsoft.com/office/officeart/2018/2/layout/IconLabelList"/>
    <dgm:cxn modelId="{0B1C9DEE-5CF2-43B2-BDA8-FB9F0D39175C}" type="presOf" srcId="{C547E5F8-71CE-4D3B-8F2D-D5353447F608}" destId="{6001C28A-722A-437A-82D1-23CBA04A255B}" srcOrd="0" destOrd="0" presId="urn:microsoft.com/office/officeart/2018/2/layout/IconLabelList"/>
    <dgm:cxn modelId="{BBEFD535-A93C-4E14-8D26-638853FFCD7F}" type="presParOf" srcId="{BC371D85-5174-4402-B91A-446378E30BEF}" destId="{215B6D65-4E88-4FBC-BD2B-83870E897397}" srcOrd="0" destOrd="0" presId="urn:microsoft.com/office/officeart/2018/2/layout/IconLabelList"/>
    <dgm:cxn modelId="{618B5129-3081-456B-8B76-80E2C3C663D4}" type="presParOf" srcId="{215B6D65-4E88-4FBC-BD2B-83870E897397}" destId="{B6F092FD-5268-4783-8470-B84830118699}" srcOrd="0" destOrd="0" presId="urn:microsoft.com/office/officeart/2018/2/layout/IconLabelList"/>
    <dgm:cxn modelId="{5A9E4389-613F-4EA8-8657-9E23A1B1B279}" type="presParOf" srcId="{215B6D65-4E88-4FBC-BD2B-83870E897397}" destId="{B7E56E1C-B4B9-4B40-A571-7C6B2AAFFBF1}" srcOrd="1" destOrd="0" presId="urn:microsoft.com/office/officeart/2018/2/layout/IconLabelList"/>
    <dgm:cxn modelId="{E2BC7257-A01D-4AB1-9B52-A475117D7B09}" type="presParOf" srcId="{215B6D65-4E88-4FBC-BD2B-83870E897397}" destId="{2E73130F-3AB0-468F-8E00-61529E7E4C74}" srcOrd="2" destOrd="0" presId="urn:microsoft.com/office/officeart/2018/2/layout/IconLabelList"/>
    <dgm:cxn modelId="{44864BF3-1085-40E3-9226-4C978591D2F1}" type="presParOf" srcId="{BC371D85-5174-4402-B91A-446378E30BEF}" destId="{2B602B63-D90D-4D2C-8CB3-64262CA38F63}" srcOrd="1" destOrd="0" presId="urn:microsoft.com/office/officeart/2018/2/layout/IconLabelList"/>
    <dgm:cxn modelId="{F42EDCB6-2E0E-4DE8-9971-EB59BD3B111F}" type="presParOf" srcId="{BC371D85-5174-4402-B91A-446378E30BEF}" destId="{D44BC34E-33F4-432C-BD43-1D781546D3B9}" srcOrd="2" destOrd="0" presId="urn:microsoft.com/office/officeart/2018/2/layout/IconLabelList"/>
    <dgm:cxn modelId="{8B3EEDE5-2C05-4142-A167-8BE35691007F}" type="presParOf" srcId="{D44BC34E-33F4-432C-BD43-1D781546D3B9}" destId="{1246D564-9324-462D-A98E-EECFCC718514}" srcOrd="0" destOrd="0" presId="urn:microsoft.com/office/officeart/2018/2/layout/IconLabelList"/>
    <dgm:cxn modelId="{C45AAC29-3F2A-4323-8958-112E778DB86E}" type="presParOf" srcId="{D44BC34E-33F4-432C-BD43-1D781546D3B9}" destId="{11490226-8106-4A60-889B-9985C7ECDB87}" srcOrd="1" destOrd="0" presId="urn:microsoft.com/office/officeart/2018/2/layout/IconLabelList"/>
    <dgm:cxn modelId="{2A9E3C05-8BA3-4102-B179-980000464992}" type="presParOf" srcId="{D44BC34E-33F4-432C-BD43-1D781546D3B9}" destId="{6001C28A-722A-437A-82D1-23CBA04A255B}" srcOrd="2" destOrd="0" presId="urn:microsoft.com/office/officeart/2018/2/layout/IconLabelList"/>
    <dgm:cxn modelId="{9B954290-4EB6-42C1-97DA-552E9EC06B4B}" type="presParOf" srcId="{BC371D85-5174-4402-B91A-446378E30BEF}" destId="{87E98022-FB24-4141-963A-AA0D734454DA}" srcOrd="3" destOrd="0" presId="urn:microsoft.com/office/officeart/2018/2/layout/IconLabelList"/>
    <dgm:cxn modelId="{6C0D50A3-4746-4175-8646-83F7B219ECB8}" type="presParOf" srcId="{BC371D85-5174-4402-B91A-446378E30BEF}" destId="{412B3359-35F2-4CA7-9F34-1871E14A31C7}" srcOrd="4" destOrd="0" presId="urn:microsoft.com/office/officeart/2018/2/layout/IconLabelList"/>
    <dgm:cxn modelId="{6F24952D-C76F-4652-ADFA-3E2706175574}" type="presParOf" srcId="{412B3359-35F2-4CA7-9F34-1871E14A31C7}" destId="{43F6F557-42B8-4CCC-AF70-232FD8338D66}" srcOrd="0" destOrd="0" presId="urn:microsoft.com/office/officeart/2018/2/layout/IconLabelList"/>
    <dgm:cxn modelId="{E0DD1F7C-B904-475E-ADF3-5B4D3C44BEA5}" type="presParOf" srcId="{412B3359-35F2-4CA7-9F34-1871E14A31C7}" destId="{7818914F-5C0D-457A-9F44-63711EAEF6D0}" srcOrd="1" destOrd="0" presId="urn:microsoft.com/office/officeart/2018/2/layout/IconLabelList"/>
    <dgm:cxn modelId="{47120460-2001-4505-B983-868741B484FF}" type="presParOf" srcId="{412B3359-35F2-4CA7-9F34-1871E14A31C7}" destId="{5C643C6C-811A-4403-98C7-D2EB9A5D3A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3C1499-DD14-4AC9-95AA-7A0E6390AF6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455049-413F-4330-BAFB-2F23BC6A9E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As a casual user, I want to be able to organize my friends by where I interact with them.</a:t>
          </a:r>
        </a:p>
      </dgm:t>
    </dgm:pt>
    <dgm:pt modelId="{34DA2B20-CE86-4FBB-A9ED-D4D7668CDEC1}" type="parTrans" cxnId="{7DC81A8D-8474-4337-A957-C374834DD2E1}">
      <dgm:prSet/>
      <dgm:spPr/>
      <dgm:t>
        <a:bodyPr/>
        <a:lstStyle/>
        <a:p>
          <a:endParaRPr lang="en-US"/>
        </a:p>
      </dgm:t>
    </dgm:pt>
    <dgm:pt modelId="{0638A037-77BF-4A9B-B87A-33863B6CE3D6}" type="sibTrans" cxnId="{7DC81A8D-8474-4337-A957-C374834DD2E1}">
      <dgm:prSet/>
      <dgm:spPr/>
      <dgm:t>
        <a:bodyPr/>
        <a:lstStyle/>
        <a:p>
          <a:endParaRPr lang="en-US"/>
        </a:p>
      </dgm:t>
    </dgm:pt>
    <dgm:pt modelId="{C346247B-DC0E-4B72-BBC9-CFE2747D3D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As a new student trying to build a network, I want to easily keep track of the career professionals I meet.</a:t>
          </a:r>
        </a:p>
      </dgm:t>
    </dgm:pt>
    <dgm:pt modelId="{36DA2313-2E2F-468C-8EC6-A5FEE4630305}" type="parTrans" cxnId="{FE4AE021-25C8-4FD2-8A81-3D5087A8168F}">
      <dgm:prSet/>
      <dgm:spPr/>
      <dgm:t>
        <a:bodyPr/>
        <a:lstStyle/>
        <a:p>
          <a:endParaRPr lang="en-US"/>
        </a:p>
      </dgm:t>
    </dgm:pt>
    <dgm:pt modelId="{45AEFF5F-F6D1-470D-BE74-605EE89F5CD1}" type="sibTrans" cxnId="{FE4AE021-25C8-4FD2-8A81-3D5087A8168F}">
      <dgm:prSet/>
      <dgm:spPr/>
      <dgm:t>
        <a:bodyPr/>
        <a:lstStyle/>
        <a:p>
          <a:endParaRPr lang="en-US"/>
        </a:p>
      </dgm:t>
    </dgm:pt>
    <dgm:pt modelId="{BC58B43B-C39B-42BB-9035-C63CB526D3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As a retro game enthusiast, I want a gamified front end that is fun to use.</a:t>
          </a:r>
        </a:p>
      </dgm:t>
    </dgm:pt>
    <dgm:pt modelId="{64792E65-2838-4E16-AC79-7FE961E8988E}" type="parTrans" cxnId="{BC376398-C7D6-4E3A-8511-EB355211A702}">
      <dgm:prSet/>
      <dgm:spPr/>
      <dgm:t>
        <a:bodyPr/>
        <a:lstStyle/>
        <a:p>
          <a:endParaRPr lang="en-US"/>
        </a:p>
      </dgm:t>
    </dgm:pt>
    <dgm:pt modelId="{FC6CBF58-B9C8-4576-A1E4-16DFE515B23F}" type="sibTrans" cxnId="{BC376398-C7D6-4E3A-8511-EB355211A702}">
      <dgm:prSet/>
      <dgm:spPr/>
      <dgm:t>
        <a:bodyPr/>
        <a:lstStyle/>
        <a:p>
          <a:endParaRPr lang="en-US"/>
        </a:p>
      </dgm:t>
    </dgm:pt>
    <dgm:pt modelId="{80D4D3D2-05E7-4FDE-8C88-526857BFD092}" type="pres">
      <dgm:prSet presAssocID="{A93C1499-DD14-4AC9-95AA-7A0E6390AF69}" presName="root" presStyleCnt="0">
        <dgm:presLayoutVars>
          <dgm:dir/>
          <dgm:resizeHandles val="exact"/>
        </dgm:presLayoutVars>
      </dgm:prSet>
      <dgm:spPr/>
    </dgm:pt>
    <dgm:pt modelId="{21C07ED2-C41A-4A55-96CD-4786A630B677}" type="pres">
      <dgm:prSet presAssocID="{84455049-413F-4330-BAFB-2F23BC6A9EA8}" presName="compNode" presStyleCnt="0"/>
      <dgm:spPr/>
    </dgm:pt>
    <dgm:pt modelId="{079D882D-B619-491A-A725-E0675E2EF80C}" type="pres">
      <dgm:prSet presAssocID="{84455049-413F-4330-BAFB-2F23BC6A9E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2322A31-23F2-4AF3-9A13-EC639A0390A4}" type="pres">
      <dgm:prSet presAssocID="{84455049-413F-4330-BAFB-2F23BC6A9EA8}" presName="spaceRect" presStyleCnt="0"/>
      <dgm:spPr/>
    </dgm:pt>
    <dgm:pt modelId="{0A8EA18E-1A01-488A-8FD7-6A3DC9F3B3A0}" type="pres">
      <dgm:prSet presAssocID="{84455049-413F-4330-BAFB-2F23BC6A9EA8}" presName="textRect" presStyleLbl="revTx" presStyleIdx="0" presStyleCnt="3">
        <dgm:presLayoutVars>
          <dgm:chMax val="1"/>
          <dgm:chPref val="1"/>
        </dgm:presLayoutVars>
      </dgm:prSet>
      <dgm:spPr/>
    </dgm:pt>
    <dgm:pt modelId="{F95DD972-7EB6-4F55-8F87-160517CC2E83}" type="pres">
      <dgm:prSet presAssocID="{0638A037-77BF-4A9B-B87A-33863B6CE3D6}" presName="sibTrans" presStyleCnt="0"/>
      <dgm:spPr/>
    </dgm:pt>
    <dgm:pt modelId="{136D10F1-2B63-4747-AF04-B4E072B69560}" type="pres">
      <dgm:prSet presAssocID="{C346247B-DC0E-4B72-BBC9-CFE2747D3D3E}" presName="compNode" presStyleCnt="0"/>
      <dgm:spPr/>
    </dgm:pt>
    <dgm:pt modelId="{1525EDA7-EB41-4D47-BBEC-C5650CC332EF}" type="pres">
      <dgm:prSet presAssocID="{C346247B-DC0E-4B72-BBC9-CFE2747D3D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3589A735-CA26-43C6-920C-41022705905C}" type="pres">
      <dgm:prSet presAssocID="{C346247B-DC0E-4B72-BBC9-CFE2747D3D3E}" presName="spaceRect" presStyleCnt="0"/>
      <dgm:spPr/>
    </dgm:pt>
    <dgm:pt modelId="{0F84946D-15EF-4AFE-90D0-90B4231290D4}" type="pres">
      <dgm:prSet presAssocID="{C346247B-DC0E-4B72-BBC9-CFE2747D3D3E}" presName="textRect" presStyleLbl="revTx" presStyleIdx="1" presStyleCnt="3">
        <dgm:presLayoutVars>
          <dgm:chMax val="1"/>
          <dgm:chPref val="1"/>
        </dgm:presLayoutVars>
      </dgm:prSet>
      <dgm:spPr/>
    </dgm:pt>
    <dgm:pt modelId="{E7B98765-7083-4714-96FE-E84D23AB72A3}" type="pres">
      <dgm:prSet presAssocID="{45AEFF5F-F6D1-470D-BE74-605EE89F5CD1}" presName="sibTrans" presStyleCnt="0"/>
      <dgm:spPr/>
    </dgm:pt>
    <dgm:pt modelId="{8A84B5A0-DAEB-4FA2-B49F-1FF58C1F74AD}" type="pres">
      <dgm:prSet presAssocID="{BC58B43B-C39B-42BB-9035-C63CB526D396}" presName="compNode" presStyleCnt="0"/>
      <dgm:spPr/>
    </dgm:pt>
    <dgm:pt modelId="{8008505D-E386-4924-A051-49A034119622}" type="pres">
      <dgm:prSet presAssocID="{BC58B43B-C39B-42BB-9035-C63CB526D3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D5B6F5C-DC9D-4339-9870-2F7486656E3E}" type="pres">
      <dgm:prSet presAssocID="{BC58B43B-C39B-42BB-9035-C63CB526D396}" presName="spaceRect" presStyleCnt="0"/>
      <dgm:spPr/>
    </dgm:pt>
    <dgm:pt modelId="{80F969AA-B4BC-4691-81BF-CAFE1B5AD2B8}" type="pres">
      <dgm:prSet presAssocID="{BC58B43B-C39B-42BB-9035-C63CB526D3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38F0A00-82D3-40AB-8B5D-D09575860439}" type="presOf" srcId="{BC58B43B-C39B-42BB-9035-C63CB526D396}" destId="{80F969AA-B4BC-4691-81BF-CAFE1B5AD2B8}" srcOrd="0" destOrd="0" presId="urn:microsoft.com/office/officeart/2018/2/layout/IconLabelList"/>
    <dgm:cxn modelId="{9BE3F514-2453-4968-81E8-AC831BEA1E91}" type="presOf" srcId="{84455049-413F-4330-BAFB-2F23BC6A9EA8}" destId="{0A8EA18E-1A01-488A-8FD7-6A3DC9F3B3A0}" srcOrd="0" destOrd="0" presId="urn:microsoft.com/office/officeart/2018/2/layout/IconLabelList"/>
    <dgm:cxn modelId="{FE4AE021-25C8-4FD2-8A81-3D5087A8168F}" srcId="{A93C1499-DD14-4AC9-95AA-7A0E6390AF69}" destId="{C346247B-DC0E-4B72-BBC9-CFE2747D3D3E}" srcOrd="1" destOrd="0" parTransId="{36DA2313-2E2F-468C-8EC6-A5FEE4630305}" sibTransId="{45AEFF5F-F6D1-470D-BE74-605EE89F5CD1}"/>
    <dgm:cxn modelId="{4D728A28-BD97-4ACF-8690-C2FF97FC391C}" type="presOf" srcId="{C346247B-DC0E-4B72-BBC9-CFE2747D3D3E}" destId="{0F84946D-15EF-4AFE-90D0-90B4231290D4}" srcOrd="0" destOrd="0" presId="urn:microsoft.com/office/officeart/2018/2/layout/IconLabelList"/>
    <dgm:cxn modelId="{6AEF586D-0D50-4725-B5D4-92444D3FCBB1}" type="presOf" srcId="{A93C1499-DD14-4AC9-95AA-7A0E6390AF69}" destId="{80D4D3D2-05E7-4FDE-8C88-526857BFD092}" srcOrd="0" destOrd="0" presId="urn:microsoft.com/office/officeart/2018/2/layout/IconLabelList"/>
    <dgm:cxn modelId="{7DC81A8D-8474-4337-A957-C374834DD2E1}" srcId="{A93C1499-DD14-4AC9-95AA-7A0E6390AF69}" destId="{84455049-413F-4330-BAFB-2F23BC6A9EA8}" srcOrd="0" destOrd="0" parTransId="{34DA2B20-CE86-4FBB-A9ED-D4D7668CDEC1}" sibTransId="{0638A037-77BF-4A9B-B87A-33863B6CE3D6}"/>
    <dgm:cxn modelId="{BC376398-C7D6-4E3A-8511-EB355211A702}" srcId="{A93C1499-DD14-4AC9-95AA-7A0E6390AF69}" destId="{BC58B43B-C39B-42BB-9035-C63CB526D396}" srcOrd="2" destOrd="0" parTransId="{64792E65-2838-4E16-AC79-7FE961E8988E}" sibTransId="{FC6CBF58-B9C8-4576-A1E4-16DFE515B23F}"/>
    <dgm:cxn modelId="{20818F73-E43E-4BE8-B38C-6E3CA18559A1}" type="presParOf" srcId="{80D4D3D2-05E7-4FDE-8C88-526857BFD092}" destId="{21C07ED2-C41A-4A55-96CD-4786A630B677}" srcOrd="0" destOrd="0" presId="urn:microsoft.com/office/officeart/2018/2/layout/IconLabelList"/>
    <dgm:cxn modelId="{9A830038-02CC-4FD0-A23D-3F2CCA930002}" type="presParOf" srcId="{21C07ED2-C41A-4A55-96CD-4786A630B677}" destId="{079D882D-B619-491A-A725-E0675E2EF80C}" srcOrd="0" destOrd="0" presId="urn:microsoft.com/office/officeart/2018/2/layout/IconLabelList"/>
    <dgm:cxn modelId="{FEA0950A-46B0-4766-8FE5-9814056A79B0}" type="presParOf" srcId="{21C07ED2-C41A-4A55-96CD-4786A630B677}" destId="{A2322A31-23F2-4AF3-9A13-EC639A0390A4}" srcOrd="1" destOrd="0" presId="urn:microsoft.com/office/officeart/2018/2/layout/IconLabelList"/>
    <dgm:cxn modelId="{66C81412-949A-46AD-9BE6-4196CD547022}" type="presParOf" srcId="{21C07ED2-C41A-4A55-96CD-4786A630B677}" destId="{0A8EA18E-1A01-488A-8FD7-6A3DC9F3B3A0}" srcOrd="2" destOrd="0" presId="urn:microsoft.com/office/officeart/2018/2/layout/IconLabelList"/>
    <dgm:cxn modelId="{66CAD81B-4BDD-418A-BC36-0C66D8157790}" type="presParOf" srcId="{80D4D3D2-05E7-4FDE-8C88-526857BFD092}" destId="{F95DD972-7EB6-4F55-8F87-160517CC2E83}" srcOrd="1" destOrd="0" presId="urn:microsoft.com/office/officeart/2018/2/layout/IconLabelList"/>
    <dgm:cxn modelId="{888A99AC-633C-4331-B80A-2DACFB1A9866}" type="presParOf" srcId="{80D4D3D2-05E7-4FDE-8C88-526857BFD092}" destId="{136D10F1-2B63-4747-AF04-B4E072B69560}" srcOrd="2" destOrd="0" presId="urn:microsoft.com/office/officeart/2018/2/layout/IconLabelList"/>
    <dgm:cxn modelId="{2363A2E9-0FEF-435C-90F9-B2FDD573EB47}" type="presParOf" srcId="{136D10F1-2B63-4747-AF04-B4E072B69560}" destId="{1525EDA7-EB41-4D47-BBEC-C5650CC332EF}" srcOrd="0" destOrd="0" presId="urn:microsoft.com/office/officeart/2018/2/layout/IconLabelList"/>
    <dgm:cxn modelId="{F68E2568-2304-47DC-86C9-482899685EA4}" type="presParOf" srcId="{136D10F1-2B63-4747-AF04-B4E072B69560}" destId="{3589A735-CA26-43C6-920C-41022705905C}" srcOrd="1" destOrd="0" presId="urn:microsoft.com/office/officeart/2018/2/layout/IconLabelList"/>
    <dgm:cxn modelId="{CD6DAF75-8609-4048-8F1C-044C7B5BA924}" type="presParOf" srcId="{136D10F1-2B63-4747-AF04-B4E072B69560}" destId="{0F84946D-15EF-4AFE-90D0-90B4231290D4}" srcOrd="2" destOrd="0" presId="urn:microsoft.com/office/officeart/2018/2/layout/IconLabelList"/>
    <dgm:cxn modelId="{C54A5798-5C5C-4758-939F-E43F7483BFB4}" type="presParOf" srcId="{80D4D3D2-05E7-4FDE-8C88-526857BFD092}" destId="{E7B98765-7083-4714-96FE-E84D23AB72A3}" srcOrd="3" destOrd="0" presId="urn:microsoft.com/office/officeart/2018/2/layout/IconLabelList"/>
    <dgm:cxn modelId="{3B435189-377C-46B8-A889-6121000FCC07}" type="presParOf" srcId="{80D4D3D2-05E7-4FDE-8C88-526857BFD092}" destId="{8A84B5A0-DAEB-4FA2-B49F-1FF58C1F74AD}" srcOrd="4" destOrd="0" presId="urn:microsoft.com/office/officeart/2018/2/layout/IconLabelList"/>
    <dgm:cxn modelId="{A4AF38A5-876B-49F5-8B4A-9E4BA51FB7B0}" type="presParOf" srcId="{8A84B5A0-DAEB-4FA2-B49F-1FF58C1F74AD}" destId="{8008505D-E386-4924-A051-49A034119622}" srcOrd="0" destOrd="0" presId="urn:microsoft.com/office/officeart/2018/2/layout/IconLabelList"/>
    <dgm:cxn modelId="{55D60B2F-49E8-4130-8A53-DFF6EEC7BF5F}" type="presParOf" srcId="{8A84B5A0-DAEB-4FA2-B49F-1FF58C1F74AD}" destId="{ED5B6F5C-DC9D-4339-9870-2F7486656E3E}" srcOrd="1" destOrd="0" presId="urn:microsoft.com/office/officeart/2018/2/layout/IconLabelList"/>
    <dgm:cxn modelId="{D562CC3E-0E0E-476C-AADD-AE61FDBEECCB}" type="presParOf" srcId="{8A84B5A0-DAEB-4FA2-B49F-1FF58C1F74AD}" destId="{80F969AA-B4BC-4691-81BF-CAFE1B5AD2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528B28-7D30-44D9-BDD5-4F509E0612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62F43C-70D7-4A3D-BEB2-A0148510F0F5}">
      <dgm:prSet/>
      <dgm:spPr/>
      <dgm:t>
        <a:bodyPr/>
        <a:lstStyle/>
        <a:p>
          <a:r>
            <a:rPr lang="en-US"/>
            <a:t>As a social butterfly, I would like to </a:t>
          </a:r>
          <a:r>
            <a:rPr lang="en-US" b="1"/>
            <a:t>filter</a:t>
          </a:r>
          <a:r>
            <a:rPr lang="en-US"/>
            <a:t> through the list of people that I know </a:t>
          </a:r>
          <a:r>
            <a:rPr lang="en-US" b="1"/>
            <a:t>using tags</a:t>
          </a:r>
          <a:r>
            <a:rPr lang="en-US"/>
            <a:t>.</a:t>
          </a:r>
        </a:p>
      </dgm:t>
    </dgm:pt>
    <dgm:pt modelId="{1259A0E5-CD27-46F9-9D84-5249AA4D943A}" type="parTrans" cxnId="{53B8AE7D-EAC2-4B57-A924-DDECCBE2F4B9}">
      <dgm:prSet/>
      <dgm:spPr/>
      <dgm:t>
        <a:bodyPr/>
        <a:lstStyle/>
        <a:p>
          <a:endParaRPr lang="en-US"/>
        </a:p>
      </dgm:t>
    </dgm:pt>
    <dgm:pt modelId="{3DB6A816-8C14-40D0-A07A-159053925045}" type="sibTrans" cxnId="{53B8AE7D-EAC2-4B57-A924-DDECCBE2F4B9}">
      <dgm:prSet/>
      <dgm:spPr/>
      <dgm:t>
        <a:bodyPr/>
        <a:lstStyle/>
        <a:p>
          <a:endParaRPr lang="en-US"/>
        </a:p>
      </dgm:t>
    </dgm:pt>
    <dgm:pt modelId="{B56CD47D-4E47-4F75-9279-FC2BBC6C51D5}">
      <dgm:prSet/>
      <dgm:spPr/>
      <dgm:t>
        <a:bodyPr/>
        <a:lstStyle/>
        <a:p>
          <a:r>
            <a:rPr lang="en-US"/>
            <a:t>As a user that has a big family, I want to be </a:t>
          </a:r>
          <a:r>
            <a:rPr lang="en-US" b="1"/>
            <a:t>able to track the relationships</a:t>
          </a:r>
          <a:r>
            <a:rPr lang="en-US"/>
            <a:t> (i.e., “brother of”, “coworker of”, </a:t>
          </a:r>
          <a:r>
            <a:rPr lang="en-US" err="1"/>
            <a:t>etc</a:t>
          </a:r>
          <a:r>
            <a:rPr lang="en-US"/>
            <a:t>) between the people in my Dex.</a:t>
          </a:r>
        </a:p>
      </dgm:t>
    </dgm:pt>
    <dgm:pt modelId="{51EA3326-5F1D-45AF-96F8-2ABEA844D16D}" type="parTrans" cxnId="{24A5D06C-AC14-45F7-9369-559686D9C3E7}">
      <dgm:prSet/>
      <dgm:spPr/>
      <dgm:t>
        <a:bodyPr/>
        <a:lstStyle/>
        <a:p>
          <a:endParaRPr lang="en-US"/>
        </a:p>
      </dgm:t>
    </dgm:pt>
    <dgm:pt modelId="{575BE78A-19F2-4100-8B1A-DBD31296EC1C}" type="sibTrans" cxnId="{24A5D06C-AC14-45F7-9369-559686D9C3E7}">
      <dgm:prSet/>
      <dgm:spPr/>
      <dgm:t>
        <a:bodyPr/>
        <a:lstStyle/>
        <a:p>
          <a:endParaRPr lang="en-US"/>
        </a:p>
      </dgm:t>
    </dgm:pt>
    <dgm:pt modelId="{78D7B1D3-E88C-496E-B138-2BE78B9B0161}">
      <dgm:prSet/>
      <dgm:spPr/>
      <dgm:t>
        <a:bodyPr/>
        <a:lstStyle/>
        <a:p>
          <a:r>
            <a:rPr lang="en-US"/>
            <a:t>As a family historian, I want to </a:t>
          </a:r>
          <a:r>
            <a:rPr lang="en-US" b="1"/>
            <a:t>quickly view a list of all of the relationships</a:t>
          </a:r>
          <a:r>
            <a:rPr lang="en-US"/>
            <a:t> between the people in my Dex.</a:t>
          </a:r>
        </a:p>
      </dgm:t>
    </dgm:pt>
    <dgm:pt modelId="{C573BF59-06FD-4723-978B-1883565FD1C7}" type="parTrans" cxnId="{A3F00D65-FC56-4BC1-B956-D304076C9D61}">
      <dgm:prSet/>
      <dgm:spPr/>
      <dgm:t>
        <a:bodyPr/>
        <a:lstStyle/>
        <a:p>
          <a:endParaRPr lang="en-US"/>
        </a:p>
      </dgm:t>
    </dgm:pt>
    <dgm:pt modelId="{0137BA39-8697-45A6-97E4-C37F83F49184}" type="sibTrans" cxnId="{A3F00D65-FC56-4BC1-B956-D304076C9D61}">
      <dgm:prSet/>
      <dgm:spPr/>
      <dgm:t>
        <a:bodyPr/>
        <a:lstStyle/>
        <a:p>
          <a:endParaRPr lang="en-US"/>
        </a:p>
      </dgm:t>
    </dgm:pt>
    <dgm:pt modelId="{8A701783-E6E0-4B54-ACE2-AC8260D991E4}" type="pres">
      <dgm:prSet presAssocID="{25528B28-7D30-44D9-BDD5-4F509E061222}" presName="linear" presStyleCnt="0">
        <dgm:presLayoutVars>
          <dgm:animLvl val="lvl"/>
          <dgm:resizeHandles val="exact"/>
        </dgm:presLayoutVars>
      </dgm:prSet>
      <dgm:spPr/>
    </dgm:pt>
    <dgm:pt modelId="{09C72DF3-AC22-4822-A477-48853DBD3E8B}" type="pres">
      <dgm:prSet presAssocID="{6562F43C-70D7-4A3D-BEB2-A0148510F0F5}" presName="parentText" presStyleLbl="node1" presStyleIdx="0" presStyleCnt="3" custLinFactY="-20365" custLinFactNeighborX="0" custLinFactNeighborY="-100000">
        <dgm:presLayoutVars>
          <dgm:chMax val="0"/>
          <dgm:bulletEnabled val="1"/>
        </dgm:presLayoutVars>
      </dgm:prSet>
      <dgm:spPr/>
    </dgm:pt>
    <dgm:pt modelId="{0993C704-8F02-4C5E-8A65-D3E750AAB05E}" type="pres">
      <dgm:prSet presAssocID="{3DB6A816-8C14-40D0-A07A-159053925045}" presName="spacer" presStyleCnt="0"/>
      <dgm:spPr/>
    </dgm:pt>
    <dgm:pt modelId="{7A2445E5-2F50-4EDF-B876-268DDA6ABB86}" type="pres">
      <dgm:prSet presAssocID="{B56CD47D-4E47-4F75-9279-FC2BBC6C51D5}" presName="parentText" presStyleLbl="node1" presStyleIdx="1" presStyleCnt="3" custLinFactNeighborY="-75373">
        <dgm:presLayoutVars>
          <dgm:chMax val="0"/>
          <dgm:bulletEnabled val="1"/>
        </dgm:presLayoutVars>
      </dgm:prSet>
      <dgm:spPr/>
    </dgm:pt>
    <dgm:pt modelId="{BB69B922-C6AA-47A8-B6F5-9E82D8A0E300}" type="pres">
      <dgm:prSet presAssocID="{575BE78A-19F2-4100-8B1A-DBD31296EC1C}" presName="spacer" presStyleCnt="0"/>
      <dgm:spPr/>
    </dgm:pt>
    <dgm:pt modelId="{AC13544B-7A28-4EB1-BA39-A743FE58987C}" type="pres">
      <dgm:prSet presAssocID="{78D7B1D3-E88C-496E-B138-2BE78B9B0161}" presName="parentText" presStyleLbl="node1" presStyleIdx="2" presStyleCnt="3" custLinFactY="15943" custLinFactNeighborX="0" custLinFactNeighborY="100000">
        <dgm:presLayoutVars>
          <dgm:chMax val="0"/>
          <dgm:bulletEnabled val="1"/>
        </dgm:presLayoutVars>
      </dgm:prSet>
      <dgm:spPr/>
    </dgm:pt>
  </dgm:ptLst>
  <dgm:cxnLst>
    <dgm:cxn modelId="{F4A38D14-84CB-4176-8D90-269FAD768238}" type="presOf" srcId="{25528B28-7D30-44D9-BDD5-4F509E061222}" destId="{8A701783-E6E0-4B54-ACE2-AC8260D991E4}" srcOrd="0" destOrd="0" presId="urn:microsoft.com/office/officeart/2005/8/layout/vList2"/>
    <dgm:cxn modelId="{A3F00D65-FC56-4BC1-B956-D304076C9D61}" srcId="{25528B28-7D30-44D9-BDD5-4F509E061222}" destId="{78D7B1D3-E88C-496E-B138-2BE78B9B0161}" srcOrd="2" destOrd="0" parTransId="{C573BF59-06FD-4723-978B-1883565FD1C7}" sibTransId="{0137BA39-8697-45A6-97E4-C37F83F49184}"/>
    <dgm:cxn modelId="{24A5D06C-AC14-45F7-9369-559686D9C3E7}" srcId="{25528B28-7D30-44D9-BDD5-4F509E061222}" destId="{B56CD47D-4E47-4F75-9279-FC2BBC6C51D5}" srcOrd="1" destOrd="0" parTransId="{51EA3326-5F1D-45AF-96F8-2ABEA844D16D}" sibTransId="{575BE78A-19F2-4100-8B1A-DBD31296EC1C}"/>
    <dgm:cxn modelId="{E54D824D-1524-4111-A2FB-17102D394C74}" type="presOf" srcId="{B56CD47D-4E47-4F75-9279-FC2BBC6C51D5}" destId="{7A2445E5-2F50-4EDF-B876-268DDA6ABB86}" srcOrd="0" destOrd="0" presId="urn:microsoft.com/office/officeart/2005/8/layout/vList2"/>
    <dgm:cxn modelId="{53B8AE7D-EAC2-4B57-A924-DDECCBE2F4B9}" srcId="{25528B28-7D30-44D9-BDD5-4F509E061222}" destId="{6562F43C-70D7-4A3D-BEB2-A0148510F0F5}" srcOrd="0" destOrd="0" parTransId="{1259A0E5-CD27-46F9-9D84-5249AA4D943A}" sibTransId="{3DB6A816-8C14-40D0-A07A-159053925045}"/>
    <dgm:cxn modelId="{32A6A9CA-E4BE-427D-9329-D17723027400}" type="presOf" srcId="{6562F43C-70D7-4A3D-BEB2-A0148510F0F5}" destId="{09C72DF3-AC22-4822-A477-48853DBD3E8B}" srcOrd="0" destOrd="0" presId="urn:microsoft.com/office/officeart/2005/8/layout/vList2"/>
    <dgm:cxn modelId="{D3CF6BF3-57CE-47AF-AE19-F2DDB95AF160}" type="presOf" srcId="{78D7B1D3-E88C-496E-B138-2BE78B9B0161}" destId="{AC13544B-7A28-4EB1-BA39-A743FE58987C}" srcOrd="0" destOrd="0" presId="urn:microsoft.com/office/officeart/2005/8/layout/vList2"/>
    <dgm:cxn modelId="{3165C02A-73D0-4317-9700-02A922CFC6C5}" type="presParOf" srcId="{8A701783-E6E0-4B54-ACE2-AC8260D991E4}" destId="{09C72DF3-AC22-4822-A477-48853DBD3E8B}" srcOrd="0" destOrd="0" presId="urn:microsoft.com/office/officeart/2005/8/layout/vList2"/>
    <dgm:cxn modelId="{702B64B2-BFE1-44B3-9A66-88EEC292ADBB}" type="presParOf" srcId="{8A701783-E6E0-4B54-ACE2-AC8260D991E4}" destId="{0993C704-8F02-4C5E-8A65-D3E750AAB05E}" srcOrd="1" destOrd="0" presId="urn:microsoft.com/office/officeart/2005/8/layout/vList2"/>
    <dgm:cxn modelId="{4E39B3B0-9BDB-46AF-8C2B-97313B74CC35}" type="presParOf" srcId="{8A701783-E6E0-4B54-ACE2-AC8260D991E4}" destId="{7A2445E5-2F50-4EDF-B876-268DDA6ABB86}" srcOrd="2" destOrd="0" presId="urn:microsoft.com/office/officeart/2005/8/layout/vList2"/>
    <dgm:cxn modelId="{09AC37AE-02BB-42EF-81C1-0BAE3FCCFE5A}" type="presParOf" srcId="{8A701783-E6E0-4B54-ACE2-AC8260D991E4}" destId="{BB69B922-C6AA-47A8-B6F5-9E82D8A0E300}" srcOrd="3" destOrd="0" presId="urn:microsoft.com/office/officeart/2005/8/layout/vList2"/>
    <dgm:cxn modelId="{B728FED9-55BA-4B9E-A591-9EB3312ED2D5}" type="presParOf" srcId="{8A701783-E6E0-4B54-ACE2-AC8260D991E4}" destId="{AC13544B-7A28-4EB1-BA39-A743FE5898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05CFEC-B813-4053-88E4-90720C11BFC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76DD4F-6736-4FA1-B794-1D0E40A9A9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Setup and connect </a:t>
          </a:r>
          <a:r>
            <a:rPr lang="en-US" sz="1400">
              <a:latin typeface="Aptos Display" panose="02110004020202020204"/>
            </a:rPr>
            <a:t>GitHub</a:t>
          </a:r>
          <a:r>
            <a:rPr lang="en-US" sz="1400"/>
            <a:t>, Database, Trello, Research Front-end App </a:t>
          </a:r>
        </a:p>
      </dgm:t>
    </dgm:pt>
    <dgm:pt modelId="{3ED45347-D451-4E56-A227-D010D21B708A}" type="parTrans" cxnId="{446A87A9-9F0A-43A5-8794-EBE5B4609BA5}">
      <dgm:prSet/>
      <dgm:spPr/>
      <dgm:t>
        <a:bodyPr/>
        <a:lstStyle/>
        <a:p>
          <a:endParaRPr lang="en-US"/>
        </a:p>
      </dgm:t>
    </dgm:pt>
    <dgm:pt modelId="{6BB5D154-4BB1-4AB6-97AE-6FEF5CB83211}" type="sibTrans" cxnId="{446A87A9-9F0A-43A5-8794-EBE5B4609BA5}">
      <dgm:prSet/>
      <dgm:spPr/>
      <dgm:t>
        <a:bodyPr/>
        <a:lstStyle/>
        <a:p>
          <a:endParaRPr lang="en-US"/>
        </a:p>
      </dgm:t>
    </dgm:pt>
    <dgm:pt modelId="{83FC5CBE-3913-41E3-BFD1-F55567B100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Database CRRUD functionalities, User folders, and other gamified features</a:t>
          </a:r>
        </a:p>
      </dgm:t>
    </dgm:pt>
    <dgm:pt modelId="{FEEBF4A4-6799-4648-BD7D-95D2FD5D80DB}" type="parTrans" cxnId="{17D47FEE-D4DE-4E7D-810B-BB4DAE3BDF86}">
      <dgm:prSet/>
      <dgm:spPr/>
      <dgm:t>
        <a:bodyPr/>
        <a:lstStyle/>
        <a:p>
          <a:endParaRPr lang="en-US"/>
        </a:p>
      </dgm:t>
    </dgm:pt>
    <dgm:pt modelId="{CAC891C7-A9C6-44BE-8D5C-B780AE2241EB}" type="sibTrans" cxnId="{17D47FEE-D4DE-4E7D-810B-BB4DAE3BDF86}">
      <dgm:prSet/>
      <dgm:spPr/>
      <dgm:t>
        <a:bodyPr/>
        <a:lstStyle/>
        <a:p>
          <a:endParaRPr lang="en-US"/>
        </a:p>
      </dgm:t>
    </dgm:pt>
    <dgm:pt modelId="{FEA81F7D-1CD7-436A-959F-1DC3AA6746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Add all front-end access points and features</a:t>
          </a:r>
        </a:p>
      </dgm:t>
    </dgm:pt>
    <dgm:pt modelId="{AD4EADEB-4E9C-4BB5-A717-9D6B3CEBC5CD}" type="parTrans" cxnId="{B115228D-B0D1-40F0-BB1B-D82D2842AB50}">
      <dgm:prSet/>
      <dgm:spPr/>
      <dgm:t>
        <a:bodyPr/>
        <a:lstStyle/>
        <a:p>
          <a:endParaRPr lang="en-US"/>
        </a:p>
      </dgm:t>
    </dgm:pt>
    <dgm:pt modelId="{AE8686A3-BCEB-48E6-9897-5DF8780CF8D8}" type="sibTrans" cxnId="{B115228D-B0D1-40F0-BB1B-D82D2842AB50}">
      <dgm:prSet/>
      <dgm:spPr/>
      <dgm:t>
        <a:bodyPr/>
        <a:lstStyle/>
        <a:p>
          <a:endParaRPr lang="en-US"/>
        </a:p>
      </dgm:t>
    </dgm:pt>
    <dgm:pt modelId="{D1E7AAB0-E427-41E4-9F00-6860F10F126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Test Feature Implementation and Bug Fix</a:t>
          </a:r>
        </a:p>
      </dgm:t>
    </dgm:pt>
    <dgm:pt modelId="{11FBF3AE-839E-4820-B07B-284B129F57C5}" type="parTrans" cxnId="{F7F6B7E0-61C7-4546-9C1B-E2B775B15141}">
      <dgm:prSet/>
      <dgm:spPr/>
      <dgm:t>
        <a:bodyPr/>
        <a:lstStyle/>
        <a:p>
          <a:endParaRPr lang="en-US"/>
        </a:p>
      </dgm:t>
    </dgm:pt>
    <dgm:pt modelId="{1B6869A3-0630-4165-A39F-A388FFC53500}" type="sibTrans" cxnId="{F7F6B7E0-61C7-4546-9C1B-E2B775B15141}">
      <dgm:prSet/>
      <dgm:spPr/>
      <dgm:t>
        <a:bodyPr/>
        <a:lstStyle/>
        <a:p>
          <a:endParaRPr lang="en-US"/>
        </a:p>
      </dgm:t>
    </dgm:pt>
    <dgm:pt modelId="{807799C9-2D96-4DF0-B59A-1B668D7C41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Visuals</a:t>
          </a:r>
        </a:p>
      </dgm:t>
    </dgm:pt>
    <dgm:pt modelId="{29A6258A-9488-4165-947A-71A7D31BE0D8}" type="parTrans" cxnId="{1D0C0D1E-7A87-4539-B3E7-E1C00AAD5457}">
      <dgm:prSet/>
      <dgm:spPr/>
      <dgm:t>
        <a:bodyPr/>
        <a:lstStyle/>
        <a:p>
          <a:endParaRPr lang="en-US"/>
        </a:p>
      </dgm:t>
    </dgm:pt>
    <dgm:pt modelId="{48F09863-7FBE-4BA0-A605-6F81CD682C0A}" type="sibTrans" cxnId="{1D0C0D1E-7A87-4539-B3E7-E1C00AAD5457}">
      <dgm:prSet/>
      <dgm:spPr/>
      <dgm:t>
        <a:bodyPr/>
        <a:lstStyle/>
        <a:p>
          <a:endParaRPr lang="en-US"/>
        </a:p>
      </dgm:t>
    </dgm:pt>
    <dgm:pt modelId="{35F77960-46C0-4202-82E3-6AD1B0CFBF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 Test Full Implementation and Bug Fix</a:t>
          </a:r>
        </a:p>
      </dgm:t>
    </dgm:pt>
    <dgm:pt modelId="{BE693B07-07C3-4B27-8094-2A8DB6E8D048}" type="parTrans" cxnId="{D18A8269-B2C9-4A31-B41C-517A7D1929C7}">
      <dgm:prSet/>
      <dgm:spPr/>
      <dgm:t>
        <a:bodyPr/>
        <a:lstStyle/>
        <a:p>
          <a:endParaRPr lang="en-US"/>
        </a:p>
      </dgm:t>
    </dgm:pt>
    <dgm:pt modelId="{E20DC9A8-CFEA-49D7-A43E-B59E140F9A23}" type="sibTrans" cxnId="{D18A8269-B2C9-4A31-B41C-517A7D1929C7}">
      <dgm:prSet/>
      <dgm:spPr/>
      <dgm:t>
        <a:bodyPr/>
        <a:lstStyle/>
        <a:p>
          <a:endParaRPr lang="en-US"/>
        </a:p>
      </dgm:t>
    </dgm:pt>
    <dgm:pt modelId="{BF5F526D-2D01-4673-860F-DAB5BDD918DF}" type="pres">
      <dgm:prSet presAssocID="{CD05CFEC-B813-4053-88E4-90720C11BFCB}" presName="root" presStyleCnt="0">
        <dgm:presLayoutVars>
          <dgm:dir/>
          <dgm:resizeHandles val="exact"/>
        </dgm:presLayoutVars>
      </dgm:prSet>
      <dgm:spPr/>
    </dgm:pt>
    <dgm:pt modelId="{640FAE28-2D82-4922-A5E7-D69B9582246A}" type="pres">
      <dgm:prSet presAssocID="{EF76DD4F-6736-4FA1-B794-1D0E40A9A9C1}" presName="compNode" presStyleCnt="0"/>
      <dgm:spPr/>
    </dgm:pt>
    <dgm:pt modelId="{E9A23042-F942-463F-9937-9910B5B63D84}" type="pres">
      <dgm:prSet presAssocID="{EF76DD4F-6736-4FA1-B794-1D0E40A9A9C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 with solid fill"/>
        </a:ext>
      </dgm:extLst>
    </dgm:pt>
    <dgm:pt modelId="{41482465-03F5-4CE9-8460-7637FABFED23}" type="pres">
      <dgm:prSet presAssocID="{EF76DD4F-6736-4FA1-B794-1D0E40A9A9C1}" presName="spaceRect" presStyleCnt="0"/>
      <dgm:spPr/>
    </dgm:pt>
    <dgm:pt modelId="{FCCED49C-1154-4BB2-BAA0-8EC348BC5AE4}" type="pres">
      <dgm:prSet presAssocID="{EF76DD4F-6736-4FA1-B794-1D0E40A9A9C1}" presName="textRect" presStyleLbl="revTx" presStyleIdx="0" presStyleCnt="6">
        <dgm:presLayoutVars>
          <dgm:chMax val="1"/>
          <dgm:chPref val="1"/>
        </dgm:presLayoutVars>
      </dgm:prSet>
      <dgm:spPr/>
    </dgm:pt>
    <dgm:pt modelId="{223854F9-1DB7-4055-8C11-B09525D3D4B6}" type="pres">
      <dgm:prSet presAssocID="{6BB5D154-4BB1-4AB6-97AE-6FEF5CB83211}" presName="sibTrans" presStyleCnt="0"/>
      <dgm:spPr/>
    </dgm:pt>
    <dgm:pt modelId="{18851B6A-055C-45AC-9B0A-1F2AC38561DD}" type="pres">
      <dgm:prSet presAssocID="{83FC5CBE-3913-41E3-BFD1-F55567B100D2}" presName="compNode" presStyleCnt="0"/>
      <dgm:spPr/>
    </dgm:pt>
    <dgm:pt modelId="{536B600F-44B2-4C4D-8996-0B69E76561B9}" type="pres">
      <dgm:prSet presAssocID="{83FC5CBE-3913-41E3-BFD1-F55567B100D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8005A3D-6599-46A9-AA29-10E6661B51D2}" type="pres">
      <dgm:prSet presAssocID="{83FC5CBE-3913-41E3-BFD1-F55567B100D2}" presName="spaceRect" presStyleCnt="0"/>
      <dgm:spPr/>
    </dgm:pt>
    <dgm:pt modelId="{FA0D8735-A1F8-4003-9841-5CE62BE973BC}" type="pres">
      <dgm:prSet presAssocID="{83FC5CBE-3913-41E3-BFD1-F55567B100D2}" presName="textRect" presStyleLbl="revTx" presStyleIdx="1" presStyleCnt="6">
        <dgm:presLayoutVars>
          <dgm:chMax val="1"/>
          <dgm:chPref val="1"/>
        </dgm:presLayoutVars>
      </dgm:prSet>
      <dgm:spPr/>
    </dgm:pt>
    <dgm:pt modelId="{D07DAEF0-607C-4102-B542-8EFB10BF97FA}" type="pres">
      <dgm:prSet presAssocID="{CAC891C7-A9C6-44BE-8D5C-B780AE2241EB}" presName="sibTrans" presStyleCnt="0"/>
      <dgm:spPr/>
    </dgm:pt>
    <dgm:pt modelId="{D0FA348A-F973-4EEF-BED5-180F0E25E37F}" type="pres">
      <dgm:prSet presAssocID="{FEA81F7D-1CD7-436A-959F-1DC3AA67464B}" presName="compNode" presStyleCnt="0"/>
      <dgm:spPr/>
    </dgm:pt>
    <dgm:pt modelId="{69CE3BE9-407E-4A48-8464-1A3574534736}" type="pres">
      <dgm:prSet presAssocID="{FEA81F7D-1CD7-436A-959F-1DC3AA67464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llustrator with solid fill"/>
        </a:ext>
      </dgm:extLst>
    </dgm:pt>
    <dgm:pt modelId="{F8CCC35A-FED4-4969-B589-5EEF9F15FA69}" type="pres">
      <dgm:prSet presAssocID="{FEA81F7D-1CD7-436A-959F-1DC3AA67464B}" presName="spaceRect" presStyleCnt="0"/>
      <dgm:spPr/>
    </dgm:pt>
    <dgm:pt modelId="{BE6CBC31-C8B7-4419-BA2C-BB7078BA2C43}" type="pres">
      <dgm:prSet presAssocID="{FEA81F7D-1CD7-436A-959F-1DC3AA67464B}" presName="textRect" presStyleLbl="revTx" presStyleIdx="2" presStyleCnt="6">
        <dgm:presLayoutVars>
          <dgm:chMax val="1"/>
          <dgm:chPref val="1"/>
        </dgm:presLayoutVars>
      </dgm:prSet>
      <dgm:spPr/>
    </dgm:pt>
    <dgm:pt modelId="{51192548-114B-4A07-9716-4400662F706D}" type="pres">
      <dgm:prSet presAssocID="{AE8686A3-BCEB-48E6-9897-5DF8780CF8D8}" presName="sibTrans" presStyleCnt="0"/>
      <dgm:spPr/>
    </dgm:pt>
    <dgm:pt modelId="{0CC28B25-5D2E-4374-914D-94592400DC66}" type="pres">
      <dgm:prSet presAssocID="{D1E7AAB0-E427-41E4-9F00-6860F10F1262}" presName="compNode" presStyleCnt="0"/>
      <dgm:spPr/>
    </dgm:pt>
    <dgm:pt modelId="{8FFFFB6C-DF6D-4A80-AA56-897A9B1E46C4}" type="pres">
      <dgm:prSet presAssocID="{D1E7AAB0-E427-41E4-9F00-6860F10F12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510D4F54-5F22-4F73-A465-8F0A4A9C506E}" type="pres">
      <dgm:prSet presAssocID="{D1E7AAB0-E427-41E4-9F00-6860F10F1262}" presName="spaceRect" presStyleCnt="0"/>
      <dgm:spPr/>
    </dgm:pt>
    <dgm:pt modelId="{A871388C-B01D-41E9-9CEE-3D0492A2AD39}" type="pres">
      <dgm:prSet presAssocID="{D1E7AAB0-E427-41E4-9F00-6860F10F1262}" presName="textRect" presStyleLbl="revTx" presStyleIdx="3" presStyleCnt="6">
        <dgm:presLayoutVars>
          <dgm:chMax val="1"/>
          <dgm:chPref val="1"/>
        </dgm:presLayoutVars>
      </dgm:prSet>
      <dgm:spPr/>
    </dgm:pt>
    <dgm:pt modelId="{AD102749-4060-4CB4-81A0-3E899D7D473C}" type="pres">
      <dgm:prSet presAssocID="{1B6869A3-0630-4165-A39F-A388FFC53500}" presName="sibTrans" presStyleCnt="0"/>
      <dgm:spPr/>
    </dgm:pt>
    <dgm:pt modelId="{5A6A4DD3-D6F7-4E77-8F36-E83884DBC5F7}" type="pres">
      <dgm:prSet presAssocID="{807799C9-2D96-4DF0-B59A-1B668D7C419B}" presName="compNode" presStyleCnt="0"/>
      <dgm:spPr/>
    </dgm:pt>
    <dgm:pt modelId="{4332926B-11B1-4E76-A0DE-2FCBA7C455A0}" type="pres">
      <dgm:prSet presAssocID="{807799C9-2D96-4DF0-B59A-1B668D7C419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with solid fill"/>
        </a:ext>
      </dgm:extLst>
    </dgm:pt>
    <dgm:pt modelId="{C3DA0A35-7BF6-45E2-ACB5-B86B7DC669C5}" type="pres">
      <dgm:prSet presAssocID="{807799C9-2D96-4DF0-B59A-1B668D7C419B}" presName="spaceRect" presStyleCnt="0"/>
      <dgm:spPr/>
    </dgm:pt>
    <dgm:pt modelId="{43E1A9D2-BFE8-4D49-B81D-BA51324A7608}" type="pres">
      <dgm:prSet presAssocID="{807799C9-2D96-4DF0-B59A-1B668D7C419B}" presName="textRect" presStyleLbl="revTx" presStyleIdx="4" presStyleCnt="6">
        <dgm:presLayoutVars>
          <dgm:chMax val="1"/>
          <dgm:chPref val="1"/>
        </dgm:presLayoutVars>
      </dgm:prSet>
      <dgm:spPr/>
    </dgm:pt>
    <dgm:pt modelId="{9A5A6504-BE08-4319-BB47-335426E5E30B}" type="pres">
      <dgm:prSet presAssocID="{48F09863-7FBE-4BA0-A605-6F81CD682C0A}" presName="sibTrans" presStyleCnt="0"/>
      <dgm:spPr/>
    </dgm:pt>
    <dgm:pt modelId="{DFCF7798-32E7-47F0-BB9C-B15998800187}" type="pres">
      <dgm:prSet presAssocID="{35F77960-46C0-4202-82E3-6AD1B0CFBFD8}" presName="compNode" presStyleCnt="0"/>
      <dgm:spPr/>
    </dgm:pt>
    <dgm:pt modelId="{0BB712B8-0018-4CCB-B9CE-1B14DC27409E}" type="pres">
      <dgm:prSet presAssocID="{35F77960-46C0-4202-82E3-6AD1B0CFBFD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993E558-26A0-4F42-ACE0-7EEE31F9E847}" type="pres">
      <dgm:prSet presAssocID="{35F77960-46C0-4202-82E3-6AD1B0CFBFD8}" presName="spaceRect" presStyleCnt="0"/>
      <dgm:spPr/>
    </dgm:pt>
    <dgm:pt modelId="{DF7BABA0-FBA1-4AA0-957B-494E34D6FA24}" type="pres">
      <dgm:prSet presAssocID="{35F77960-46C0-4202-82E3-6AD1B0CFBFD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D0C0D1E-7A87-4539-B3E7-E1C00AAD5457}" srcId="{CD05CFEC-B813-4053-88E4-90720C11BFCB}" destId="{807799C9-2D96-4DF0-B59A-1B668D7C419B}" srcOrd="4" destOrd="0" parTransId="{29A6258A-9488-4165-947A-71A7D31BE0D8}" sibTransId="{48F09863-7FBE-4BA0-A605-6F81CD682C0A}"/>
    <dgm:cxn modelId="{27490A22-40A4-4077-AA83-551F7EE54824}" type="presOf" srcId="{EF76DD4F-6736-4FA1-B794-1D0E40A9A9C1}" destId="{FCCED49C-1154-4BB2-BAA0-8EC348BC5AE4}" srcOrd="0" destOrd="0" presId="urn:microsoft.com/office/officeart/2018/2/layout/IconLabelList"/>
    <dgm:cxn modelId="{C1D39F5B-3A98-4C70-B274-31EC0F8E9FD7}" type="presOf" srcId="{35F77960-46C0-4202-82E3-6AD1B0CFBFD8}" destId="{DF7BABA0-FBA1-4AA0-957B-494E34D6FA24}" srcOrd="0" destOrd="0" presId="urn:microsoft.com/office/officeart/2018/2/layout/IconLabelList"/>
    <dgm:cxn modelId="{D18A8269-B2C9-4A31-B41C-517A7D1929C7}" srcId="{CD05CFEC-B813-4053-88E4-90720C11BFCB}" destId="{35F77960-46C0-4202-82E3-6AD1B0CFBFD8}" srcOrd="5" destOrd="0" parTransId="{BE693B07-07C3-4B27-8094-2A8DB6E8D048}" sibTransId="{E20DC9A8-CFEA-49D7-A43E-B59E140F9A23}"/>
    <dgm:cxn modelId="{C0E93276-D9DE-4A96-B292-A982B27FB34B}" type="presOf" srcId="{807799C9-2D96-4DF0-B59A-1B668D7C419B}" destId="{43E1A9D2-BFE8-4D49-B81D-BA51324A7608}" srcOrd="0" destOrd="0" presId="urn:microsoft.com/office/officeart/2018/2/layout/IconLabelList"/>
    <dgm:cxn modelId="{50690058-6021-4734-988B-A95B8A3748E3}" type="presOf" srcId="{CD05CFEC-B813-4053-88E4-90720C11BFCB}" destId="{BF5F526D-2D01-4673-860F-DAB5BDD918DF}" srcOrd="0" destOrd="0" presId="urn:microsoft.com/office/officeart/2018/2/layout/IconLabelList"/>
    <dgm:cxn modelId="{B115228D-B0D1-40F0-BB1B-D82D2842AB50}" srcId="{CD05CFEC-B813-4053-88E4-90720C11BFCB}" destId="{FEA81F7D-1CD7-436A-959F-1DC3AA67464B}" srcOrd="2" destOrd="0" parTransId="{AD4EADEB-4E9C-4BB5-A717-9D6B3CEBC5CD}" sibTransId="{AE8686A3-BCEB-48E6-9897-5DF8780CF8D8}"/>
    <dgm:cxn modelId="{446A87A9-9F0A-43A5-8794-EBE5B4609BA5}" srcId="{CD05CFEC-B813-4053-88E4-90720C11BFCB}" destId="{EF76DD4F-6736-4FA1-B794-1D0E40A9A9C1}" srcOrd="0" destOrd="0" parTransId="{3ED45347-D451-4E56-A227-D010D21B708A}" sibTransId="{6BB5D154-4BB1-4AB6-97AE-6FEF5CB83211}"/>
    <dgm:cxn modelId="{DF5D83CD-4463-4804-8C85-C1E491E0FB00}" type="presOf" srcId="{FEA81F7D-1CD7-436A-959F-1DC3AA67464B}" destId="{BE6CBC31-C8B7-4419-BA2C-BB7078BA2C43}" srcOrd="0" destOrd="0" presId="urn:microsoft.com/office/officeart/2018/2/layout/IconLabelList"/>
    <dgm:cxn modelId="{F7F6B7E0-61C7-4546-9C1B-E2B775B15141}" srcId="{CD05CFEC-B813-4053-88E4-90720C11BFCB}" destId="{D1E7AAB0-E427-41E4-9F00-6860F10F1262}" srcOrd="3" destOrd="0" parTransId="{11FBF3AE-839E-4820-B07B-284B129F57C5}" sibTransId="{1B6869A3-0630-4165-A39F-A388FFC53500}"/>
    <dgm:cxn modelId="{EE4E92E4-BD4C-43E1-AE93-84AAC80E1879}" type="presOf" srcId="{83FC5CBE-3913-41E3-BFD1-F55567B100D2}" destId="{FA0D8735-A1F8-4003-9841-5CE62BE973BC}" srcOrd="0" destOrd="0" presId="urn:microsoft.com/office/officeart/2018/2/layout/IconLabelList"/>
    <dgm:cxn modelId="{BA1A48E7-732B-40AC-A77D-DEF43DD60E0D}" type="presOf" srcId="{D1E7AAB0-E427-41E4-9F00-6860F10F1262}" destId="{A871388C-B01D-41E9-9CEE-3D0492A2AD39}" srcOrd="0" destOrd="0" presId="urn:microsoft.com/office/officeart/2018/2/layout/IconLabelList"/>
    <dgm:cxn modelId="{17D47FEE-D4DE-4E7D-810B-BB4DAE3BDF86}" srcId="{CD05CFEC-B813-4053-88E4-90720C11BFCB}" destId="{83FC5CBE-3913-41E3-BFD1-F55567B100D2}" srcOrd="1" destOrd="0" parTransId="{FEEBF4A4-6799-4648-BD7D-95D2FD5D80DB}" sibTransId="{CAC891C7-A9C6-44BE-8D5C-B780AE2241EB}"/>
    <dgm:cxn modelId="{91B16189-151D-4605-8EE9-6F872F893BC5}" type="presParOf" srcId="{BF5F526D-2D01-4673-860F-DAB5BDD918DF}" destId="{640FAE28-2D82-4922-A5E7-D69B9582246A}" srcOrd="0" destOrd="0" presId="urn:microsoft.com/office/officeart/2018/2/layout/IconLabelList"/>
    <dgm:cxn modelId="{47C7D5A6-3896-4ED7-9F8C-E9BBF874F172}" type="presParOf" srcId="{640FAE28-2D82-4922-A5E7-D69B9582246A}" destId="{E9A23042-F942-463F-9937-9910B5B63D84}" srcOrd="0" destOrd="0" presId="urn:microsoft.com/office/officeart/2018/2/layout/IconLabelList"/>
    <dgm:cxn modelId="{3D6FCE25-0A95-4E72-84C1-A64CA9A59F96}" type="presParOf" srcId="{640FAE28-2D82-4922-A5E7-D69B9582246A}" destId="{41482465-03F5-4CE9-8460-7637FABFED23}" srcOrd="1" destOrd="0" presId="urn:microsoft.com/office/officeart/2018/2/layout/IconLabelList"/>
    <dgm:cxn modelId="{CE4D8AB9-D3DF-4836-B716-FCC940AF8138}" type="presParOf" srcId="{640FAE28-2D82-4922-A5E7-D69B9582246A}" destId="{FCCED49C-1154-4BB2-BAA0-8EC348BC5AE4}" srcOrd="2" destOrd="0" presId="urn:microsoft.com/office/officeart/2018/2/layout/IconLabelList"/>
    <dgm:cxn modelId="{E7E63C5D-49CB-46CA-A1D9-AD9F80E7DB1E}" type="presParOf" srcId="{BF5F526D-2D01-4673-860F-DAB5BDD918DF}" destId="{223854F9-1DB7-4055-8C11-B09525D3D4B6}" srcOrd="1" destOrd="0" presId="urn:microsoft.com/office/officeart/2018/2/layout/IconLabelList"/>
    <dgm:cxn modelId="{E06F0FFD-53EF-4A2B-8C53-0D2F5EC953E6}" type="presParOf" srcId="{BF5F526D-2D01-4673-860F-DAB5BDD918DF}" destId="{18851B6A-055C-45AC-9B0A-1F2AC38561DD}" srcOrd="2" destOrd="0" presId="urn:microsoft.com/office/officeart/2018/2/layout/IconLabelList"/>
    <dgm:cxn modelId="{26D1B504-5F08-4A30-9ADA-DCBD9156983E}" type="presParOf" srcId="{18851B6A-055C-45AC-9B0A-1F2AC38561DD}" destId="{536B600F-44B2-4C4D-8996-0B69E76561B9}" srcOrd="0" destOrd="0" presId="urn:microsoft.com/office/officeart/2018/2/layout/IconLabelList"/>
    <dgm:cxn modelId="{4EE2E3C1-21C6-42CF-B56C-E179F915A1C2}" type="presParOf" srcId="{18851B6A-055C-45AC-9B0A-1F2AC38561DD}" destId="{28005A3D-6599-46A9-AA29-10E6661B51D2}" srcOrd="1" destOrd="0" presId="urn:microsoft.com/office/officeart/2018/2/layout/IconLabelList"/>
    <dgm:cxn modelId="{533ADB7F-E9E2-4762-8784-E8D03EE877EA}" type="presParOf" srcId="{18851B6A-055C-45AC-9B0A-1F2AC38561DD}" destId="{FA0D8735-A1F8-4003-9841-5CE62BE973BC}" srcOrd="2" destOrd="0" presId="urn:microsoft.com/office/officeart/2018/2/layout/IconLabelList"/>
    <dgm:cxn modelId="{F97D9E59-B7DC-45A3-9E11-A35765E8BF30}" type="presParOf" srcId="{BF5F526D-2D01-4673-860F-DAB5BDD918DF}" destId="{D07DAEF0-607C-4102-B542-8EFB10BF97FA}" srcOrd="3" destOrd="0" presId="urn:microsoft.com/office/officeart/2018/2/layout/IconLabelList"/>
    <dgm:cxn modelId="{E333E593-795F-4A29-AC99-3DBCE579F739}" type="presParOf" srcId="{BF5F526D-2D01-4673-860F-DAB5BDD918DF}" destId="{D0FA348A-F973-4EEF-BED5-180F0E25E37F}" srcOrd="4" destOrd="0" presId="urn:microsoft.com/office/officeart/2018/2/layout/IconLabelList"/>
    <dgm:cxn modelId="{CF07FA5F-A078-4902-9752-E7B38AB38122}" type="presParOf" srcId="{D0FA348A-F973-4EEF-BED5-180F0E25E37F}" destId="{69CE3BE9-407E-4A48-8464-1A3574534736}" srcOrd="0" destOrd="0" presId="urn:microsoft.com/office/officeart/2018/2/layout/IconLabelList"/>
    <dgm:cxn modelId="{F4598482-203A-4DCE-9CEB-1836ACBE3B5C}" type="presParOf" srcId="{D0FA348A-F973-4EEF-BED5-180F0E25E37F}" destId="{F8CCC35A-FED4-4969-B589-5EEF9F15FA69}" srcOrd="1" destOrd="0" presId="urn:microsoft.com/office/officeart/2018/2/layout/IconLabelList"/>
    <dgm:cxn modelId="{63685B60-B89B-4546-AD4B-E00A2B4C8141}" type="presParOf" srcId="{D0FA348A-F973-4EEF-BED5-180F0E25E37F}" destId="{BE6CBC31-C8B7-4419-BA2C-BB7078BA2C43}" srcOrd="2" destOrd="0" presId="urn:microsoft.com/office/officeart/2018/2/layout/IconLabelList"/>
    <dgm:cxn modelId="{3845C98F-545F-4EAE-B7A9-08FFB9909D4C}" type="presParOf" srcId="{BF5F526D-2D01-4673-860F-DAB5BDD918DF}" destId="{51192548-114B-4A07-9716-4400662F706D}" srcOrd="5" destOrd="0" presId="urn:microsoft.com/office/officeart/2018/2/layout/IconLabelList"/>
    <dgm:cxn modelId="{FF9C87EF-FF3C-434F-AED8-1EA48E88D422}" type="presParOf" srcId="{BF5F526D-2D01-4673-860F-DAB5BDD918DF}" destId="{0CC28B25-5D2E-4374-914D-94592400DC66}" srcOrd="6" destOrd="0" presId="urn:microsoft.com/office/officeart/2018/2/layout/IconLabelList"/>
    <dgm:cxn modelId="{C4C598E7-2E31-4E28-AC7B-7E0647A962A2}" type="presParOf" srcId="{0CC28B25-5D2E-4374-914D-94592400DC66}" destId="{8FFFFB6C-DF6D-4A80-AA56-897A9B1E46C4}" srcOrd="0" destOrd="0" presId="urn:microsoft.com/office/officeart/2018/2/layout/IconLabelList"/>
    <dgm:cxn modelId="{8083AE14-8FD5-4B3B-BF66-B3800F5C6812}" type="presParOf" srcId="{0CC28B25-5D2E-4374-914D-94592400DC66}" destId="{510D4F54-5F22-4F73-A465-8F0A4A9C506E}" srcOrd="1" destOrd="0" presId="urn:microsoft.com/office/officeart/2018/2/layout/IconLabelList"/>
    <dgm:cxn modelId="{49624542-460A-493C-876D-21DF7BD79225}" type="presParOf" srcId="{0CC28B25-5D2E-4374-914D-94592400DC66}" destId="{A871388C-B01D-41E9-9CEE-3D0492A2AD39}" srcOrd="2" destOrd="0" presId="urn:microsoft.com/office/officeart/2018/2/layout/IconLabelList"/>
    <dgm:cxn modelId="{53BD0FC2-26F6-4CB7-9297-CEE4AA449C82}" type="presParOf" srcId="{BF5F526D-2D01-4673-860F-DAB5BDD918DF}" destId="{AD102749-4060-4CB4-81A0-3E899D7D473C}" srcOrd="7" destOrd="0" presId="urn:microsoft.com/office/officeart/2018/2/layout/IconLabelList"/>
    <dgm:cxn modelId="{288EA225-880D-4200-A9F8-1B7CFBCBFB59}" type="presParOf" srcId="{BF5F526D-2D01-4673-860F-DAB5BDD918DF}" destId="{5A6A4DD3-D6F7-4E77-8F36-E83884DBC5F7}" srcOrd="8" destOrd="0" presId="urn:microsoft.com/office/officeart/2018/2/layout/IconLabelList"/>
    <dgm:cxn modelId="{180FB641-9A59-43CA-871A-D9693E3CD76B}" type="presParOf" srcId="{5A6A4DD3-D6F7-4E77-8F36-E83884DBC5F7}" destId="{4332926B-11B1-4E76-A0DE-2FCBA7C455A0}" srcOrd="0" destOrd="0" presId="urn:microsoft.com/office/officeart/2018/2/layout/IconLabelList"/>
    <dgm:cxn modelId="{4C48C71C-CEA6-4BD6-8074-F983B87289DC}" type="presParOf" srcId="{5A6A4DD3-D6F7-4E77-8F36-E83884DBC5F7}" destId="{C3DA0A35-7BF6-45E2-ACB5-B86B7DC669C5}" srcOrd="1" destOrd="0" presId="urn:microsoft.com/office/officeart/2018/2/layout/IconLabelList"/>
    <dgm:cxn modelId="{BAC38190-643C-43C2-B7DF-D823F3CB556F}" type="presParOf" srcId="{5A6A4DD3-D6F7-4E77-8F36-E83884DBC5F7}" destId="{43E1A9D2-BFE8-4D49-B81D-BA51324A7608}" srcOrd="2" destOrd="0" presId="urn:microsoft.com/office/officeart/2018/2/layout/IconLabelList"/>
    <dgm:cxn modelId="{EF12A04E-95EE-479D-BB4E-A497D5AF444F}" type="presParOf" srcId="{BF5F526D-2D01-4673-860F-DAB5BDD918DF}" destId="{9A5A6504-BE08-4319-BB47-335426E5E30B}" srcOrd="9" destOrd="0" presId="urn:microsoft.com/office/officeart/2018/2/layout/IconLabelList"/>
    <dgm:cxn modelId="{D1611872-8D79-4B0A-8562-9CCABD84F73A}" type="presParOf" srcId="{BF5F526D-2D01-4673-860F-DAB5BDD918DF}" destId="{DFCF7798-32E7-47F0-BB9C-B15998800187}" srcOrd="10" destOrd="0" presId="urn:microsoft.com/office/officeart/2018/2/layout/IconLabelList"/>
    <dgm:cxn modelId="{8C9B522C-1163-47CF-B912-153D745897CF}" type="presParOf" srcId="{DFCF7798-32E7-47F0-BB9C-B15998800187}" destId="{0BB712B8-0018-4CCB-B9CE-1B14DC27409E}" srcOrd="0" destOrd="0" presId="urn:microsoft.com/office/officeart/2018/2/layout/IconLabelList"/>
    <dgm:cxn modelId="{3238D66A-1468-4F14-AE27-F74B54BCEFEC}" type="presParOf" srcId="{DFCF7798-32E7-47F0-BB9C-B15998800187}" destId="{B993E558-26A0-4F42-ACE0-7EEE31F9E847}" srcOrd="1" destOrd="0" presId="urn:microsoft.com/office/officeart/2018/2/layout/IconLabelList"/>
    <dgm:cxn modelId="{E0AD5BB8-8A02-4F35-825F-514A5B900EC5}" type="presParOf" srcId="{DFCF7798-32E7-47F0-BB9C-B15998800187}" destId="{DF7BABA0-FBA1-4AA0-957B-494E34D6FA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B244BAF-9FD8-4148-86D7-09EBEC591F1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95E68B7-5F1D-4469-B666-367752491D8C}">
      <dgm:prSet/>
      <dgm:spPr/>
      <dgm:t>
        <a:bodyPr/>
        <a:lstStyle/>
        <a:p>
          <a:r>
            <a:rPr lang="en-US"/>
            <a:t>Setup GitHub repo for the project</a:t>
          </a:r>
        </a:p>
      </dgm:t>
    </dgm:pt>
    <dgm:pt modelId="{4C1BDC7A-7C88-4AC5-9E93-E8400CA76601}" type="parTrans" cxnId="{42F56E2D-3EE7-4982-99D2-AEBFF7D5307C}">
      <dgm:prSet/>
      <dgm:spPr/>
      <dgm:t>
        <a:bodyPr/>
        <a:lstStyle/>
        <a:p>
          <a:endParaRPr lang="en-US"/>
        </a:p>
      </dgm:t>
    </dgm:pt>
    <dgm:pt modelId="{86171176-8DA7-420D-96AE-C7DA2FAEC857}" type="sibTrans" cxnId="{42F56E2D-3EE7-4982-99D2-AEBFF7D5307C}">
      <dgm:prSet/>
      <dgm:spPr/>
      <dgm:t>
        <a:bodyPr/>
        <a:lstStyle/>
        <a:p>
          <a:endParaRPr lang="en-US"/>
        </a:p>
      </dgm:t>
    </dgm:pt>
    <dgm:pt modelId="{43B9228E-44B3-47B3-AE30-E4EFAC96F3A9}">
      <dgm:prSet/>
      <dgm:spPr/>
      <dgm:t>
        <a:bodyPr/>
        <a:lstStyle/>
        <a:p>
          <a:r>
            <a:rPr lang="en-US"/>
            <a:t>Create backlog and Sprint 1 items in Trello</a:t>
          </a:r>
        </a:p>
      </dgm:t>
    </dgm:pt>
    <dgm:pt modelId="{B9AE38F8-7D8E-4DD3-99A6-2A46F51C1555}" type="parTrans" cxnId="{92C29FC1-12D3-4B8A-822F-A192CED4D562}">
      <dgm:prSet/>
      <dgm:spPr/>
      <dgm:t>
        <a:bodyPr/>
        <a:lstStyle/>
        <a:p>
          <a:endParaRPr lang="en-US"/>
        </a:p>
      </dgm:t>
    </dgm:pt>
    <dgm:pt modelId="{2C91E160-C98F-414C-B9E1-428167C247A2}" type="sibTrans" cxnId="{92C29FC1-12D3-4B8A-822F-A192CED4D562}">
      <dgm:prSet/>
      <dgm:spPr/>
      <dgm:t>
        <a:bodyPr/>
        <a:lstStyle/>
        <a:p>
          <a:endParaRPr lang="en-US"/>
        </a:p>
      </dgm:t>
    </dgm:pt>
    <dgm:pt modelId="{C11B379E-A9B8-4809-A73A-3205AA183258}">
      <dgm:prSet/>
      <dgm:spPr/>
      <dgm:t>
        <a:bodyPr/>
        <a:lstStyle/>
        <a:p>
          <a:r>
            <a:rPr lang="en-US"/>
            <a:t>Research mobile application creation</a:t>
          </a:r>
        </a:p>
      </dgm:t>
    </dgm:pt>
    <dgm:pt modelId="{7A5CC916-BD9E-4551-A283-993FF85DA3D5}" type="parTrans" cxnId="{E7883A8F-8CEF-4F22-8B54-9FCEF72182F3}">
      <dgm:prSet/>
      <dgm:spPr/>
      <dgm:t>
        <a:bodyPr/>
        <a:lstStyle/>
        <a:p>
          <a:endParaRPr lang="en-US"/>
        </a:p>
      </dgm:t>
    </dgm:pt>
    <dgm:pt modelId="{48C165E7-3594-4C69-BBE1-CDE29C60A874}" type="sibTrans" cxnId="{E7883A8F-8CEF-4F22-8B54-9FCEF72182F3}">
      <dgm:prSet/>
      <dgm:spPr/>
      <dgm:t>
        <a:bodyPr/>
        <a:lstStyle/>
        <a:p>
          <a:endParaRPr lang="en-US"/>
        </a:p>
      </dgm:t>
    </dgm:pt>
    <dgm:pt modelId="{DFE503AD-5293-4039-AF3A-2E9DE3480894}">
      <dgm:prSet/>
      <dgm:spPr/>
      <dgm:t>
        <a:bodyPr/>
        <a:lstStyle/>
        <a:p>
          <a:r>
            <a:rPr lang="en-US"/>
            <a:t>Finalize decision on which dev tools and software to create application with/in</a:t>
          </a:r>
        </a:p>
      </dgm:t>
    </dgm:pt>
    <dgm:pt modelId="{733BA73C-C9FF-4FDC-BCB5-03334E095D51}" type="parTrans" cxnId="{EFB3FC45-2016-4DD2-B4F1-D9C5EB840611}">
      <dgm:prSet/>
      <dgm:spPr/>
      <dgm:t>
        <a:bodyPr/>
        <a:lstStyle/>
        <a:p>
          <a:endParaRPr lang="en-US"/>
        </a:p>
      </dgm:t>
    </dgm:pt>
    <dgm:pt modelId="{FC629A12-00D7-49BF-8F6A-AC5D5E06A75E}" type="sibTrans" cxnId="{EFB3FC45-2016-4DD2-B4F1-D9C5EB840611}">
      <dgm:prSet/>
      <dgm:spPr/>
      <dgm:t>
        <a:bodyPr/>
        <a:lstStyle/>
        <a:p>
          <a:endParaRPr lang="en-US"/>
        </a:p>
      </dgm:t>
    </dgm:pt>
    <dgm:pt modelId="{E183D4EF-7D30-40DD-AC04-4208DAE67CB8}" type="pres">
      <dgm:prSet presAssocID="{BB244BAF-9FD8-4148-86D7-09EBEC591F11}" presName="vert0" presStyleCnt="0">
        <dgm:presLayoutVars>
          <dgm:dir/>
          <dgm:animOne val="branch"/>
          <dgm:animLvl val="lvl"/>
        </dgm:presLayoutVars>
      </dgm:prSet>
      <dgm:spPr/>
    </dgm:pt>
    <dgm:pt modelId="{FB4F8DAC-1402-4D04-A29E-EE8B3936F1E2}" type="pres">
      <dgm:prSet presAssocID="{395E68B7-5F1D-4469-B666-367752491D8C}" presName="thickLine" presStyleLbl="alignNode1" presStyleIdx="0" presStyleCnt="4"/>
      <dgm:spPr/>
    </dgm:pt>
    <dgm:pt modelId="{88E2B315-00A7-48C5-A411-F5E33AD50333}" type="pres">
      <dgm:prSet presAssocID="{395E68B7-5F1D-4469-B666-367752491D8C}" presName="horz1" presStyleCnt="0"/>
      <dgm:spPr/>
    </dgm:pt>
    <dgm:pt modelId="{DEB2B067-57E4-47F7-AADF-32A9AD1C9C3F}" type="pres">
      <dgm:prSet presAssocID="{395E68B7-5F1D-4469-B666-367752491D8C}" presName="tx1" presStyleLbl="revTx" presStyleIdx="0" presStyleCnt="4"/>
      <dgm:spPr/>
    </dgm:pt>
    <dgm:pt modelId="{5A04B145-D474-4C69-99D6-B43634A87700}" type="pres">
      <dgm:prSet presAssocID="{395E68B7-5F1D-4469-B666-367752491D8C}" presName="vert1" presStyleCnt="0"/>
      <dgm:spPr/>
    </dgm:pt>
    <dgm:pt modelId="{4DFE7114-671E-45DA-B106-C3CC1EF9EC31}" type="pres">
      <dgm:prSet presAssocID="{43B9228E-44B3-47B3-AE30-E4EFAC96F3A9}" presName="thickLine" presStyleLbl="alignNode1" presStyleIdx="1" presStyleCnt="4"/>
      <dgm:spPr/>
    </dgm:pt>
    <dgm:pt modelId="{99FA908B-4568-415B-85D5-2931F2ED7B33}" type="pres">
      <dgm:prSet presAssocID="{43B9228E-44B3-47B3-AE30-E4EFAC96F3A9}" presName="horz1" presStyleCnt="0"/>
      <dgm:spPr/>
    </dgm:pt>
    <dgm:pt modelId="{A5AA3C69-5127-4D67-9CBA-C51E3CEFD535}" type="pres">
      <dgm:prSet presAssocID="{43B9228E-44B3-47B3-AE30-E4EFAC96F3A9}" presName="tx1" presStyleLbl="revTx" presStyleIdx="1" presStyleCnt="4"/>
      <dgm:spPr/>
    </dgm:pt>
    <dgm:pt modelId="{5439830C-F004-405A-A097-4298FAD53322}" type="pres">
      <dgm:prSet presAssocID="{43B9228E-44B3-47B3-AE30-E4EFAC96F3A9}" presName="vert1" presStyleCnt="0"/>
      <dgm:spPr/>
    </dgm:pt>
    <dgm:pt modelId="{B10D9E0D-81CA-4EC1-A480-37F1EEDF682E}" type="pres">
      <dgm:prSet presAssocID="{C11B379E-A9B8-4809-A73A-3205AA183258}" presName="thickLine" presStyleLbl="alignNode1" presStyleIdx="2" presStyleCnt="4"/>
      <dgm:spPr/>
    </dgm:pt>
    <dgm:pt modelId="{881ED813-1B1B-44BC-AC96-C7A3CEF87FBD}" type="pres">
      <dgm:prSet presAssocID="{C11B379E-A9B8-4809-A73A-3205AA183258}" presName="horz1" presStyleCnt="0"/>
      <dgm:spPr/>
    </dgm:pt>
    <dgm:pt modelId="{A3EFE12F-58C0-4C6E-8A51-329CF517AFFC}" type="pres">
      <dgm:prSet presAssocID="{C11B379E-A9B8-4809-A73A-3205AA183258}" presName="tx1" presStyleLbl="revTx" presStyleIdx="2" presStyleCnt="4"/>
      <dgm:spPr/>
    </dgm:pt>
    <dgm:pt modelId="{123C8797-65CA-42DD-8EDE-27439280A129}" type="pres">
      <dgm:prSet presAssocID="{C11B379E-A9B8-4809-A73A-3205AA183258}" presName="vert1" presStyleCnt="0"/>
      <dgm:spPr/>
    </dgm:pt>
    <dgm:pt modelId="{15FB2DE2-BDCE-49C9-896E-074448030FC8}" type="pres">
      <dgm:prSet presAssocID="{DFE503AD-5293-4039-AF3A-2E9DE3480894}" presName="thickLine" presStyleLbl="alignNode1" presStyleIdx="3" presStyleCnt="4"/>
      <dgm:spPr/>
    </dgm:pt>
    <dgm:pt modelId="{83FE11A6-B93A-40CA-91A0-E4D8F38DCC2C}" type="pres">
      <dgm:prSet presAssocID="{DFE503AD-5293-4039-AF3A-2E9DE3480894}" presName="horz1" presStyleCnt="0"/>
      <dgm:spPr/>
    </dgm:pt>
    <dgm:pt modelId="{0971C05A-7AD7-43EE-879D-4F9793387ED1}" type="pres">
      <dgm:prSet presAssocID="{DFE503AD-5293-4039-AF3A-2E9DE3480894}" presName="tx1" presStyleLbl="revTx" presStyleIdx="3" presStyleCnt="4"/>
      <dgm:spPr/>
    </dgm:pt>
    <dgm:pt modelId="{E6713B94-0D2A-401E-8ABB-B5E639A6D296}" type="pres">
      <dgm:prSet presAssocID="{DFE503AD-5293-4039-AF3A-2E9DE3480894}" presName="vert1" presStyleCnt="0"/>
      <dgm:spPr/>
    </dgm:pt>
  </dgm:ptLst>
  <dgm:cxnLst>
    <dgm:cxn modelId="{D4AC861E-8B6F-43DE-9440-110F3910C77A}" type="presOf" srcId="{43B9228E-44B3-47B3-AE30-E4EFAC96F3A9}" destId="{A5AA3C69-5127-4D67-9CBA-C51E3CEFD535}" srcOrd="0" destOrd="0" presId="urn:microsoft.com/office/officeart/2008/layout/LinedList"/>
    <dgm:cxn modelId="{42F56E2D-3EE7-4982-99D2-AEBFF7D5307C}" srcId="{BB244BAF-9FD8-4148-86D7-09EBEC591F11}" destId="{395E68B7-5F1D-4469-B666-367752491D8C}" srcOrd="0" destOrd="0" parTransId="{4C1BDC7A-7C88-4AC5-9E93-E8400CA76601}" sibTransId="{86171176-8DA7-420D-96AE-C7DA2FAEC857}"/>
    <dgm:cxn modelId="{CE9D2E38-061E-458F-8D0C-95F6E30EBFF7}" type="presOf" srcId="{395E68B7-5F1D-4469-B666-367752491D8C}" destId="{DEB2B067-57E4-47F7-AADF-32A9AD1C9C3F}" srcOrd="0" destOrd="0" presId="urn:microsoft.com/office/officeart/2008/layout/LinedList"/>
    <dgm:cxn modelId="{EFB3FC45-2016-4DD2-B4F1-D9C5EB840611}" srcId="{BB244BAF-9FD8-4148-86D7-09EBEC591F11}" destId="{DFE503AD-5293-4039-AF3A-2E9DE3480894}" srcOrd="3" destOrd="0" parTransId="{733BA73C-C9FF-4FDC-BCB5-03334E095D51}" sibTransId="{FC629A12-00D7-49BF-8F6A-AC5D5E06A75E}"/>
    <dgm:cxn modelId="{E7883A8F-8CEF-4F22-8B54-9FCEF72182F3}" srcId="{BB244BAF-9FD8-4148-86D7-09EBEC591F11}" destId="{C11B379E-A9B8-4809-A73A-3205AA183258}" srcOrd="2" destOrd="0" parTransId="{7A5CC916-BD9E-4551-A283-993FF85DA3D5}" sibTransId="{48C165E7-3594-4C69-BBE1-CDE29C60A874}"/>
    <dgm:cxn modelId="{2A27969C-62BF-4CD2-9DE2-E9983A2D37BC}" type="presOf" srcId="{BB244BAF-9FD8-4148-86D7-09EBEC591F11}" destId="{E183D4EF-7D30-40DD-AC04-4208DAE67CB8}" srcOrd="0" destOrd="0" presId="urn:microsoft.com/office/officeart/2008/layout/LinedList"/>
    <dgm:cxn modelId="{92C29FC1-12D3-4B8A-822F-A192CED4D562}" srcId="{BB244BAF-9FD8-4148-86D7-09EBEC591F11}" destId="{43B9228E-44B3-47B3-AE30-E4EFAC96F3A9}" srcOrd="1" destOrd="0" parTransId="{B9AE38F8-7D8E-4DD3-99A6-2A46F51C1555}" sibTransId="{2C91E160-C98F-414C-B9E1-428167C247A2}"/>
    <dgm:cxn modelId="{1ACC0CCE-0CAC-4CFA-84EE-B168958023B8}" type="presOf" srcId="{DFE503AD-5293-4039-AF3A-2E9DE3480894}" destId="{0971C05A-7AD7-43EE-879D-4F9793387ED1}" srcOrd="0" destOrd="0" presId="urn:microsoft.com/office/officeart/2008/layout/LinedList"/>
    <dgm:cxn modelId="{9E0284EF-BD7D-4DEE-ACCF-17D2BC79E13C}" type="presOf" srcId="{C11B379E-A9B8-4809-A73A-3205AA183258}" destId="{A3EFE12F-58C0-4C6E-8A51-329CF517AFFC}" srcOrd="0" destOrd="0" presId="urn:microsoft.com/office/officeart/2008/layout/LinedList"/>
    <dgm:cxn modelId="{BCE63343-B061-423F-AE85-81357AFBE7BF}" type="presParOf" srcId="{E183D4EF-7D30-40DD-AC04-4208DAE67CB8}" destId="{FB4F8DAC-1402-4D04-A29E-EE8B3936F1E2}" srcOrd="0" destOrd="0" presId="urn:microsoft.com/office/officeart/2008/layout/LinedList"/>
    <dgm:cxn modelId="{D5ED6ACD-21BB-4AC7-ADAA-B268CA1082C9}" type="presParOf" srcId="{E183D4EF-7D30-40DD-AC04-4208DAE67CB8}" destId="{88E2B315-00A7-48C5-A411-F5E33AD50333}" srcOrd="1" destOrd="0" presId="urn:microsoft.com/office/officeart/2008/layout/LinedList"/>
    <dgm:cxn modelId="{7B9FDFB1-E8CF-4A33-B028-B95DA33A96D7}" type="presParOf" srcId="{88E2B315-00A7-48C5-A411-F5E33AD50333}" destId="{DEB2B067-57E4-47F7-AADF-32A9AD1C9C3F}" srcOrd="0" destOrd="0" presId="urn:microsoft.com/office/officeart/2008/layout/LinedList"/>
    <dgm:cxn modelId="{9003112D-76C9-4F52-952C-FE8630536F86}" type="presParOf" srcId="{88E2B315-00A7-48C5-A411-F5E33AD50333}" destId="{5A04B145-D474-4C69-99D6-B43634A87700}" srcOrd="1" destOrd="0" presId="urn:microsoft.com/office/officeart/2008/layout/LinedList"/>
    <dgm:cxn modelId="{A4B635AE-4D70-46C1-A73D-2EDC3A225BFD}" type="presParOf" srcId="{E183D4EF-7D30-40DD-AC04-4208DAE67CB8}" destId="{4DFE7114-671E-45DA-B106-C3CC1EF9EC31}" srcOrd="2" destOrd="0" presId="urn:microsoft.com/office/officeart/2008/layout/LinedList"/>
    <dgm:cxn modelId="{BE6009DB-F81D-4CE1-8C12-E3E9F6BD0590}" type="presParOf" srcId="{E183D4EF-7D30-40DD-AC04-4208DAE67CB8}" destId="{99FA908B-4568-415B-85D5-2931F2ED7B33}" srcOrd="3" destOrd="0" presId="urn:microsoft.com/office/officeart/2008/layout/LinedList"/>
    <dgm:cxn modelId="{5B5BAD22-8234-461C-9ACC-6544E0E1BF9F}" type="presParOf" srcId="{99FA908B-4568-415B-85D5-2931F2ED7B33}" destId="{A5AA3C69-5127-4D67-9CBA-C51E3CEFD535}" srcOrd="0" destOrd="0" presId="urn:microsoft.com/office/officeart/2008/layout/LinedList"/>
    <dgm:cxn modelId="{2558D460-2400-465B-929D-80C5716DD30B}" type="presParOf" srcId="{99FA908B-4568-415B-85D5-2931F2ED7B33}" destId="{5439830C-F004-405A-A097-4298FAD53322}" srcOrd="1" destOrd="0" presId="urn:microsoft.com/office/officeart/2008/layout/LinedList"/>
    <dgm:cxn modelId="{80ECD3FD-0BE0-4334-B649-B80437FCB614}" type="presParOf" srcId="{E183D4EF-7D30-40DD-AC04-4208DAE67CB8}" destId="{B10D9E0D-81CA-4EC1-A480-37F1EEDF682E}" srcOrd="4" destOrd="0" presId="urn:microsoft.com/office/officeart/2008/layout/LinedList"/>
    <dgm:cxn modelId="{EACAE3E0-71B6-4C6A-BAF4-2D566F5C059A}" type="presParOf" srcId="{E183D4EF-7D30-40DD-AC04-4208DAE67CB8}" destId="{881ED813-1B1B-44BC-AC96-C7A3CEF87FBD}" srcOrd="5" destOrd="0" presId="urn:microsoft.com/office/officeart/2008/layout/LinedList"/>
    <dgm:cxn modelId="{6912261F-D1C5-4DB2-9EC6-07F8FBC319C0}" type="presParOf" srcId="{881ED813-1B1B-44BC-AC96-C7A3CEF87FBD}" destId="{A3EFE12F-58C0-4C6E-8A51-329CF517AFFC}" srcOrd="0" destOrd="0" presId="urn:microsoft.com/office/officeart/2008/layout/LinedList"/>
    <dgm:cxn modelId="{546CF4A8-2911-463B-ACD4-4D38AA93ADF3}" type="presParOf" srcId="{881ED813-1B1B-44BC-AC96-C7A3CEF87FBD}" destId="{123C8797-65CA-42DD-8EDE-27439280A129}" srcOrd="1" destOrd="0" presId="urn:microsoft.com/office/officeart/2008/layout/LinedList"/>
    <dgm:cxn modelId="{C0857E5F-0F4E-4F36-8288-0C5B0E50653B}" type="presParOf" srcId="{E183D4EF-7D30-40DD-AC04-4208DAE67CB8}" destId="{15FB2DE2-BDCE-49C9-896E-074448030FC8}" srcOrd="6" destOrd="0" presId="urn:microsoft.com/office/officeart/2008/layout/LinedList"/>
    <dgm:cxn modelId="{8CB36B01-68EA-4802-8D6C-F45C829E367F}" type="presParOf" srcId="{E183D4EF-7D30-40DD-AC04-4208DAE67CB8}" destId="{83FE11A6-B93A-40CA-91A0-E4D8F38DCC2C}" srcOrd="7" destOrd="0" presId="urn:microsoft.com/office/officeart/2008/layout/LinedList"/>
    <dgm:cxn modelId="{C9E43D94-8B36-4A2A-AAF7-AF345D349165}" type="presParOf" srcId="{83FE11A6-B93A-40CA-91A0-E4D8F38DCC2C}" destId="{0971C05A-7AD7-43EE-879D-4F9793387ED1}" srcOrd="0" destOrd="0" presId="urn:microsoft.com/office/officeart/2008/layout/LinedList"/>
    <dgm:cxn modelId="{43E05A56-3895-4478-A853-612633BEDD67}" type="presParOf" srcId="{83FE11A6-B93A-40CA-91A0-E4D8F38DCC2C}" destId="{E6713B94-0D2A-401E-8ABB-B5E639A6D2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DE1E0-8A96-485B-917B-832552C2B27C}">
      <dsp:nvSpPr>
        <dsp:cNvPr id="0" name=""/>
        <dsp:cNvSpPr/>
      </dsp:nvSpPr>
      <dsp:spPr>
        <a:xfrm>
          <a:off x="164279" y="487604"/>
          <a:ext cx="1311111" cy="13111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64340-D448-41E2-B115-DA558441D2B6}">
      <dsp:nvSpPr>
        <dsp:cNvPr id="0" name=""/>
        <dsp:cNvSpPr/>
      </dsp:nvSpPr>
      <dsp:spPr>
        <a:xfrm>
          <a:off x="439612" y="762937"/>
          <a:ext cx="760444" cy="7604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C7A48-7FE7-42DA-9224-63120B413FCE}">
      <dsp:nvSpPr>
        <dsp:cNvPr id="0" name=""/>
        <dsp:cNvSpPr/>
      </dsp:nvSpPr>
      <dsp:spPr>
        <a:xfrm>
          <a:off x="1756343" y="487604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 front-end design</a:t>
          </a:r>
        </a:p>
      </dsp:txBody>
      <dsp:txXfrm>
        <a:off x="1756343" y="487604"/>
        <a:ext cx="3090478" cy="1311111"/>
      </dsp:txXfrm>
    </dsp:sp>
    <dsp:sp modelId="{662F610B-308C-439F-9D95-34DDB5CCB75F}">
      <dsp:nvSpPr>
        <dsp:cNvPr id="0" name=""/>
        <dsp:cNvSpPr/>
      </dsp:nvSpPr>
      <dsp:spPr>
        <a:xfrm>
          <a:off x="5385314" y="487604"/>
          <a:ext cx="1311111" cy="13111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516A5-F576-49A3-84AE-FBEBC5A3DDC4}">
      <dsp:nvSpPr>
        <dsp:cNvPr id="0" name=""/>
        <dsp:cNvSpPr/>
      </dsp:nvSpPr>
      <dsp:spPr>
        <a:xfrm>
          <a:off x="5660647" y="762937"/>
          <a:ext cx="760444" cy="7604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A0CEB-7F02-4D77-8584-2563F6B5B15A}">
      <dsp:nvSpPr>
        <dsp:cNvPr id="0" name=""/>
        <dsp:cNvSpPr/>
      </dsp:nvSpPr>
      <dsp:spPr>
        <a:xfrm>
          <a:off x="6977378" y="487604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Multi-level organization of notes</a:t>
          </a:r>
        </a:p>
      </dsp:txBody>
      <dsp:txXfrm>
        <a:off x="6977378" y="487604"/>
        <a:ext cx="3090478" cy="1311111"/>
      </dsp:txXfrm>
    </dsp:sp>
    <dsp:sp modelId="{B56AB481-0E64-48C2-8FCE-56DBA8A3DD00}">
      <dsp:nvSpPr>
        <dsp:cNvPr id="0" name=""/>
        <dsp:cNvSpPr/>
      </dsp:nvSpPr>
      <dsp:spPr>
        <a:xfrm>
          <a:off x="164279" y="2535539"/>
          <a:ext cx="1311111" cy="13111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41AEA-9792-4FD5-BE6E-85D9D5CE4C87}">
      <dsp:nvSpPr>
        <dsp:cNvPr id="0" name=""/>
        <dsp:cNvSpPr/>
      </dsp:nvSpPr>
      <dsp:spPr>
        <a:xfrm>
          <a:off x="439612" y="2810873"/>
          <a:ext cx="760444" cy="7604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42542-8959-425D-A5DD-2751BB6AFA3A}">
      <dsp:nvSpPr>
        <dsp:cNvPr id="0" name=""/>
        <dsp:cNvSpPr/>
      </dsp:nvSpPr>
      <dsp:spPr>
        <a:xfrm>
          <a:off x="1756343" y="2535539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Notes themselves have organization strategies</a:t>
          </a:r>
        </a:p>
      </dsp:txBody>
      <dsp:txXfrm>
        <a:off x="1756343" y="2535539"/>
        <a:ext cx="3090478" cy="1311111"/>
      </dsp:txXfrm>
    </dsp:sp>
    <dsp:sp modelId="{1EC4DF87-0D83-4457-B680-E1C4BDD6F0FC}">
      <dsp:nvSpPr>
        <dsp:cNvPr id="0" name=""/>
        <dsp:cNvSpPr/>
      </dsp:nvSpPr>
      <dsp:spPr>
        <a:xfrm>
          <a:off x="5385314" y="2535539"/>
          <a:ext cx="1311111" cy="131111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E1468-50DD-4026-9F16-B24B8DFCD0CF}">
      <dsp:nvSpPr>
        <dsp:cNvPr id="0" name=""/>
        <dsp:cNvSpPr/>
      </dsp:nvSpPr>
      <dsp:spPr>
        <a:xfrm>
          <a:off x="5660647" y="2810873"/>
          <a:ext cx="760444" cy="7604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DBC5D-D967-4297-8F8F-CEBC9D23B5C6}">
      <dsp:nvSpPr>
        <dsp:cNvPr id="0" name=""/>
        <dsp:cNvSpPr/>
      </dsp:nvSpPr>
      <dsp:spPr>
        <a:xfrm>
          <a:off x="6977378" y="2535539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Notes can contain images</a:t>
          </a:r>
        </a:p>
      </dsp:txBody>
      <dsp:txXfrm>
        <a:off x="6977378" y="2535539"/>
        <a:ext cx="3090478" cy="1311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EA724-BD45-40B8-8760-7BB11B15831E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85ABE-9205-400A-B750-864D37877D93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F2D41-131C-4A4B-B9CB-44C43155734C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Front-end Application</a:t>
          </a:r>
        </a:p>
      </dsp:txBody>
      <dsp:txXfrm>
        <a:off x="93445" y="3018902"/>
        <a:ext cx="3206250" cy="720000"/>
      </dsp:txXfrm>
    </dsp:sp>
    <dsp:sp modelId="{9949BF79-942A-4D02-8A48-693034B4E3C8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86EEB-EB17-4C1B-9925-3A601FC4E7EC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2F292-4362-46BE-9F18-5924E37A0DAB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Local Back-end</a:t>
          </a:r>
        </a:p>
      </dsp:txBody>
      <dsp:txXfrm>
        <a:off x="3860789" y="3018902"/>
        <a:ext cx="3206250" cy="720000"/>
      </dsp:txXfrm>
    </dsp:sp>
    <dsp:sp modelId="{F6C8FC85-ABF0-4B63-A88E-ED13705CEC5A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AFD0D-A675-44C1-8280-46F98AA780D5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5053B-945C-493B-A263-CB68807F8B97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Database </a:t>
          </a:r>
          <a:r>
            <a:rPr lang="en-US" sz="2300" kern="1200" err="1"/>
            <a:t>hostING</a:t>
          </a:r>
          <a:r>
            <a:rPr lang="en-US" sz="2300" kern="1200"/>
            <a:t> local vs online (TBD)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F1427-6211-4F80-BBC6-EF8197FF8997}">
      <dsp:nvSpPr>
        <dsp:cNvPr id="0" name=""/>
        <dsp:cNvSpPr/>
      </dsp:nvSpPr>
      <dsp:spPr>
        <a:xfrm rot="5400000">
          <a:off x="6624741" y="-2855989"/>
          <a:ext cx="666222" cy="654856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Non-published Android APK</a:t>
          </a:r>
        </a:p>
      </dsp:txBody>
      <dsp:txXfrm rot="-5400000">
        <a:off x="3683569" y="117705"/>
        <a:ext cx="6516045" cy="601178"/>
      </dsp:txXfrm>
    </dsp:sp>
    <dsp:sp modelId="{02390302-49ED-4C9A-A150-4FF42DE63B1C}">
      <dsp:nvSpPr>
        <dsp:cNvPr id="0" name=""/>
        <dsp:cNvSpPr/>
      </dsp:nvSpPr>
      <dsp:spPr>
        <a:xfrm>
          <a:off x="0" y="1904"/>
          <a:ext cx="3683568" cy="8327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Scope</a:t>
          </a:r>
        </a:p>
      </dsp:txBody>
      <dsp:txXfrm>
        <a:off x="40653" y="42557"/>
        <a:ext cx="3602262" cy="751472"/>
      </dsp:txXfrm>
    </dsp:sp>
    <dsp:sp modelId="{2525061C-AE8B-4614-B48C-BB47F7599575}">
      <dsp:nvSpPr>
        <dsp:cNvPr id="0" name=""/>
        <dsp:cNvSpPr/>
      </dsp:nvSpPr>
      <dsp:spPr>
        <a:xfrm rot="5400000">
          <a:off x="6624741" y="-1981572"/>
          <a:ext cx="666222" cy="654856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App only runs on Android</a:t>
          </a:r>
        </a:p>
      </dsp:txBody>
      <dsp:txXfrm rot="-5400000">
        <a:off x="3683569" y="992122"/>
        <a:ext cx="6516045" cy="601178"/>
      </dsp:txXfrm>
    </dsp:sp>
    <dsp:sp modelId="{B835D27B-771C-4AAA-AE43-36CFB16DCD38}">
      <dsp:nvSpPr>
        <dsp:cNvPr id="0" name=""/>
        <dsp:cNvSpPr/>
      </dsp:nvSpPr>
      <dsp:spPr>
        <a:xfrm>
          <a:off x="0" y="876321"/>
          <a:ext cx="3683568" cy="8327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Limitations </a:t>
          </a:r>
        </a:p>
      </dsp:txBody>
      <dsp:txXfrm>
        <a:off x="40653" y="916974"/>
        <a:ext cx="3602262" cy="751472"/>
      </dsp:txXfrm>
    </dsp:sp>
    <dsp:sp modelId="{82B428FB-924B-4CF8-8270-3A6BDAA74818}">
      <dsp:nvSpPr>
        <dsp:cNvPr id="0" name=""/>
        <dsp:cNvSpPr/>
      </dsp:nvSpPr>
      <dsp:spPr>
        <a:xfrm rot="5400000">
          <a:off x="6624741" y="-1107155"/>
          <a:ext cx="666222" cy="654856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User owns an Android device</a:t>
          </a:r>
        </a:p>
      </dsp:txBody>
      <dsp:txXfrm rot="-5400000">
        <a:off x="3683569" y="1866539"/>
        <a:ext cx="6516045" cy="601178"/>
      </dsp:txXfrm>
    </dsp:sp>
    <dsp:sp modelId="{561892AA-11CC-4E5A-931E-E45F79E7B990}">
      <dsp:nvSpPr>
        <dsp:cNvPr id="0" name=""/>
        <dsp:cNvSpPr/>
      </dsp:nvSpPr>
      <dsp:spPr>
        <a:xfrm>
          <a:off x="0" y="1750738"/>
          <a:ext cx="3683568" cy="8327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Assumptions</a:t>
          </a:r>
        </a:p>
      </dsp:txBody>
      <dsp:txXfrm>
        <a:off x="40653" y="1791391"/>
        <a:ext cx="3602262" cy="751472"/>
      </dsp:txXfrm>
    </dsp:sp>
    <dsp:sp modelId="{69B44DDA-6163-44F8-A7A3-FDCCDF1A852F}">
      <dsp:nvSpPr>
        <dsp:cNvPr id="0" name=""/>
        <dsp:cNvSpPr/>
      </dsp:nvSpPr>
      <dsp:spPr>
        <a:xfrm rot="5400000">
          <a:off x="6624741" y="-232738"/>
          <a:ext cx="666222" cy="6548567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Android devices</a:t>
          </a:r>
        </a:p>
      </dsp:txBody>
      <dsp:txXfrm rot="-5400000">
        <a:off x="3683569" y="2740956"/>
        <a:ext cx="6516045" cy="601178"/>
      </dsp:txXfrm>
    </dsp:sp>
    <dsp:sp modelId="{9C7E865E-98E9-4C61-B41C-0D1EE7F2B8E8}">
      <dsp:nvSpPr>
        <dsp:cNvPr id="0" name=""/>
        <dsp:cNvSpPr/>
      </dsp:nvSpPr>
      <dsp:spPr>
        <a:xfrm>
          <a:off x="0" y="2625156"/>
          <a:ext cx="3683568" cy="8327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Deployment Platform</a:t>
          </a:r>
        </a:p>
      </dsp:txBody>
      <dsp:txXfrm>
        <a:off x="40653" y="2665809"/>
        <a:ext cx="3602262" cy="751472"/>
      </dsp:txXfrm>
    </dsp:sp>
    <dsp:sp modelId="{5614F1EB-BE08-4ABF-B664-EBA04884C2D5}">
      <dsp:nvSpPr>
        <dsp:cNvPr id="0" name=""/>
        <dsp:cNvSpPr/>
      </dsp:nvSpPr>
      <dsp:spPr>
        <a:xfrm rot="5400000">
          <a:off x="6624741" y="641678"/>
          <a:ext cx="666222" cy="6548567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local database, or online database</a:t>
          </a:r>
        </a:p>
      </dsp:txBody>
      <dsp:txXfrm rot="-5400000">
        <a:off x="3683569" y="3615372"/>
        <a:ext cx="6516045" cy="601178"/>
      </dsp:txXfrm>
    </dsp:sp>
    <dsp:sp modelId="{D0A3C627-0C5C-4DE6-92B7-FBF484E56A89}">
      <dsp:nvSpPr>
        <dsp:cNvPr id="0" name=""/>
        <dsp:cNvSpPr/>
      </dsp:nvSpPr>
      <dsp:spPr>
        <a:xfrm>
          <a:off x="0" y="3499573"/>
          <a:ext cx="3683568" cy="83277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Tech Stack</a:t>
          </a:r>
        </a:p>
      </dsp:txBody>
      <dsp:txXfrm>
        <a:off x="40653" y="3540226"/>
        <a:ext cx="3602262" cy="7514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7C2A2-AF0B-4037-928E-C029C36AB869}">
      <dsp:nvSpPr>
        <dsp:cNvPr id="0" name=""/>
        <dsp:cNvSpPr/>
      </dsp:nvSpPr>
      <dsp:spPr>
        <a:xfrm>
          <a:off x="0" y="380177"/>
          <a:ext cx="10232136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4127" tIns="395732" rIns="794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High Database Security is required for user trust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Stakeholders could push for more addictive mechanisms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Phone APK implementation could be difficult</a:t>
          </a:r>
        </a:p>
      </dsp:txBody>
      <dsp:txXfrm>
        <a:off x="0" y="380177"/>
        <a:ext cx="10232136" cy="1436400"/>
      </dsp:txXfrm>
    </dsp:sp>
    <dsp:sp modelId="{1ECDF1C0-D900-4EE3-B64A-037B95ABD33A}">
      <dsp:nvSpPr>
        <dsp:cNvPr id="0" name=""/>
        <dsp:cNvSpPr/>
      </dsp:nvSpPr>
      <dsp:spPr>
        <a:xfrm>
          <a:off x="511606" y="99737"/>
          <a:ext cx="7162495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25" tIns="0" rIns="2707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Risks:</a:t>
          </a:r>
        </a:p>
      </dsp:txBody>
      <dsp:txXfrm>
        <a:off x="538986" y="127117"/>
        <a:ext cx="7107735" cy="506120"/>
      </dsp:txXfrm>
    </dsp:sp>
    <dsp:sp modelId="{17B30FA6-3533-4506-B28D-E061E1CF1E3B}">
      <dsp:nvSpPr>
        <dsp:cNvPr id="0" name=""/>
        <dsp:cNvSpPr/>
      </dsp:nvSpPr>
      <dsp:spPr>
        <a:xfrm>
          <a:off x="0" y="2199618"/>
          <a:ext cx="10232136" cy="203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4127" tIns="395732" rIns="794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Ensure data is appropriately encrypted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Set clear expectations early in development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Research implementation options and begin learning necessary tools early in development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/>
        </a:p>
      </dsp:txBody>
      <dsp:txXfrm>
        <a:off x="0" y="2199618"/>
        <a:ext cx="10232136" cy="2034900"/>
      </dsp:txXfrm>
    </dsp:sp>
    <dsp:sp modelId="{A6F6927B-3931-4DB2-A171-C13DE013E5AB}">
      <dsp:nvSpPr>
        <dsp:cNvPr id="0" name=""/>
        <dsp:cNvSpPr/>
      </dsp:nvSpPr>
      <dsp:spPr>
        <a:xfrm>
          <a:off x="511606" y="1919178"/>
          <a:ext cx="7162495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25" tIns="0" rIns="2707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Mitigation Strategies:</a:t>
          </a:r>
        </a:p>
      </dsp:txBody>
      <dsp:txXfrm>
        <a:off x="538986" y="1946558"/>
        <a:ext cx="7107735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092FD-5268-4783-8470-B84830118699}">
      <dsp:nvSpPr>
        <dsp:cNvPr id="0" name=""/>
        <dsp:cNvSpPr/>
      </dsp:nvSpPr>
      <dsp:spPr>
        <a:xfrm>
          <a:off x="1212569" y="669519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3130F-3AB0-468F-8E00-61529E7E4C74}">
      <dsp:nvSpPr>
        <dsp:cNvPr id="0" name=""/>
        <dsp:cNvSpPr/>
      </dsp:nvSpPr>
      <dsp:spPr>
        <a:xfrm>
          <a:off x="417971" y="2421818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 a student, I want to track interactions I have with people at various academic events, so that I can easily remember the people I met at particular events.</a:t>
          </a:r>
        </a:p>
      </dsp:txBody>
      <dsp:txXfrm>
        <a:off x="417971" y="2421818"/>
        <a:ext cx="2889450" cy="1260000"/>
      </dsp:txXfrm>
    </dsp:sp>
    <dsp:sp modelId="{1246D564-9324-462D-A98E-EECFCC718514}">
      <dsp:nvSpPr>
        <dsp:cNvPr id="0" name=""/>
        <dsp:cNvSpPr/>
      </dsp:nvSpPr>
      <dsp:spPr>
        <a:xfrm>
          <a:off x="4607673" y="669519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1C28A-722A-437A-82D1-23CBA04A255B}">
      <dsp:nvSpPr>
        <dsp:cNvPr id="0" name=""/>
        <dsp:cNvSpPr/>
      </dsp:nvSpPr>
      <dsp:spPr>
        <a:xfrm>
          <a:off x="3813075" y="2421818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 someone who struggles to keep track of things, I want a nice way to meticulously organize my notes on the people, topics, and events that I encounter. </a:t>
          </a:r>
        </a:p>
      </dsp:txBody>
      <dsp:txXfrm>
        <a:off x="3813075" y="2421818"/>
        <a:ext cx="2889450" cy="1260000"/>
      </dsp:txXfrm>
    </dsp:sp>
    <dsp:sp modelId="{43F6F557-42B8-4CCC-AF70-232FD8338D66}">
      <dsp:nvSpPr>
        <dsp:cNvPr id="0" name=""/>
        <dsp:cNvSpPr/>
      </dsp:nvSpPr>
      <dsp:spPr>
        <a:xfrm>
          <a:off x="8002777" y="669519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43C6C-811A-4403-98C7-D2EB9A5D3A19}">
      <dsp:nvSpPr>
        <dsp:cNvPr id="0" name=""/>
        <dsp:cNvSpPr/>
      </dsp:nvSpPr>
      <dsp:spPr>
        <a:xfrm>
          <a:off x="7208178" y="2421818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 someone who has moved to a new place, I want to be able to keep track of the cultural differences between my new home and what I’m used to.</a:t>
          </a:r>
        </a:p>
      </dsp:txBody>
      <dsp:txXfrm>
        <a:off x="7208178" y="2421818"/>
        <a:ext cx="2889450" cy="126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D882D-B619-491A-A725-E0675E2EF80C}">
      <dsp:nvSpPr>
        <dsp:cNvPr id="0" name=""/>
        <dsp:cNvSpPr/>
      </dsp:nvSpPr>
      <dsp:spPr>
        <a:xfrm>
          <a:off x="1120444" y="496703"/>
          <a:ext cx="1284307" cy="12843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A18E-1A01-488A-8FD7-6A3DC9F3B3A0}">
      <dsp:nvSpPr>
        <dsp:cNvPr id="0" name=""/>
        <dsp:cNvSpPr/>
      </dsp:nvSpPr>
      <dsp:spPr>
        <a:xfrm>
          <a:off x="335589" y="2282240"/>
          <a:ext cx="2854017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 a casual user, I want to be able to organize my friends by where I interact with them.</a:t>
          </a:r>
        </a:p>
      </dsp:txBody>
      <dsp:txXfrm>
        <a:off x="335589" y="2282240"/>
        <a:ext cx="2854017" cy="1555312"/>
      </dsp:txXfrm>
    </dsp:sp>
    <dsp:sp modelId="{1525EDA7-EB41-4D47-BBEC-C5650CC332EF}">
      <dsp:nvSpPr>
        <dsp:cNvPr id="0" name=""/>
        <dsp:cNvSpPr/>
      </dsp:nvSpPr>
      <dsp:spPr>
        <a:xfrm>
          <a:off x="4473914" y="496703"/>
          <a:ext cx="1284307" cy="12843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4946D-15EF-4AFE-90D0-90B4231290D4}">
      <dsp:nvSpPr>
        <dsp:cNvPr id="0" name=""/>
        <dsp:cNvSpPr/>
      </dsp:nvSpPr>
      <dsp:spPr>
        <a:xfrm>
          <a:off x="3689059" y="2282240"/>
          <a:ext cx="2854017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 a new student trying to build a network, I want to easily keep track of the career professionals I meet.</a:t>
          </a:r>
        </a:p>
      </dsp:txBody>
      <dsp:txXfrm>
        <a:off x="3689059" y="2282240"/>
        <a:ext cx="2854017" cy="1555312"/>
      </dsp:txXfrm>
    </dsp:sp>
    <dsp:sp modelId="{8008505D-E386-4924-A051-49A034119622}">
      <dsp:nvSpPr>
        <dsp:cNvPr id="0" name=""/>
        <dsp:cNvSpPr/>
      </dsp:nvSpPr>
      <dsp:spPr>
        <a:xfrm>
          <a:off x="7827384" y="496703"/>
          <a:ext cx="1284307" cy="12843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969AA-B4BC-4691-81BF-CAFE1B5AD2B8}">
      <dsp:nvSpPr>
        <dsp:cNvPr id="0" name=""/>
        <dsp:cNvSpPr/>
      </dsp:nvSpPr>
      <dsp:spPr>
        <a:xfrm>
          <a:off x="7042529" y="2282240"/>
          <a:ext cx="2854017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 a retro game enthusiast, I want a gamified front end that is fun to use.</a:t>
          </a:r>
        </a:p>
      </dsp:txBody>
      <dsp:txXfrm>
        <a:off x="7042529" y="2282240"/>
        <a:ext cx="2854017" cy="15553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72DF3-AC22-4822-A477-48853DBD3E8B}">
      <dsp:nvSpPr>
        <dsp:cNvPr id="0" name=""/>
        <dsp:cNvSpPr/>
      </dsp:nvSpPr>
      <dsp:spPr>
        <a:xfrm>
          <a:off x="0" y="255467"/>
          <a:ext cx="555848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 a social butterfly, I would like to </a:t>
          </a:r>
          <a:r>
            <a:rPr lang="en-US" sz="1900" b="1" kern="1200"/>
            <a:t>filter</a:t>
          </a:r>
          <a:r>
            <a:rPr lang="en-US" sz="1900" kern="1200"/>
            <a:t> through the list of people that I know </a:t>
          </a:r>
          <a:r>
            <a:rPr lang="en-US" sz="1900" b="1" kern="1200"/>
            <a:t>using tags</a:t>
          </a:r>
          <a:r>
            <a:rPr lang="en-US" sz="1900" kern="1200"/>
            <a:t>.</a:t>
          </a:r>
        </a:p>
      </dsp:txBody>
      <dsp:txXfrm>
        <a:off x="51885" y="307352"/>
        <a:ext cx="5454719" cy="959101"/>
      </dsp:txXfrm>
    </dsp:sp>
    <dsp:sp modelId="{7A2445E5-2F50-4EDF-B876-268DDA6ABB86}">
      <dsp:nvSpPr>
        <dsp:cNvPr id="0" name=""/>
        <dsp:cNvSpPr/>
      </dsp:nvSpPr>
      <dsp:spPr>
        <a:xfrm>
          <a:off x="0" y="1602988"/>
          <a:ext cx="555848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 a user that has a big family, I want to be </a:t>
          </a:r>
          <a:r>
            <a:rPr lang="en-US" sz="1900" b="1" kern="1200"/>
            <a:t>able to track the relationships</a:t>
          </a:r>
          <a:r>
            <a:rPr lang="en-US" sz="1900" kern="1200"/>
            <a:t> (i.e., “brother of”, “coworker of”, </a:t>
          </a:r>
          <a:r>
            <a:rPr lang="en-US" sz="1900" kern="1200" err="1"/>
            <a:t>etc</a:t>
          </a:r>
          <a:r>
            <a:rPr lang="en-US" sz="1900" kern="1200"/>
            <a:t>) between the people in my Dex.</a:t>
          </a:r>
        </a:p>
      </dsp:txBody>
      <dsp:txXfrm>
        <a:off x="51885" y="1654873"/>
        <a:ext cx="5454719" cy="959101"/>
      </dsp:txXfrm>
    </dsp:sp>
    <dsp:sp modelId="{AC13544B-7A28-4EB1-BA39-A743FE58987C}">
      <dsp:nvSpPr>
        <dsp:cNvPr id="0" name=""/>
        <dsp:cNvSpPr/>
      </dsp:nvSpPr>
      <dsp:spPr>
        <a:xfrm>
          <a:off x="0" y="2985998"/>
          <a:ext cx="5558489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 a family historian, I want to </a:t>
          </a:r>
          <a:r>
            <a:rPr lang="en-US" sz="1900" b="1" kern="1200"/>
            <a:t>quickly view a list of all of the relationships</a:t>
          </a:r>
          <a:r>
            <a:rPr lang="en-US" sz="1900" kern="1200"/>
            <a:t> between the people in my Dex.</a:t>
          </a:r>
        </a:p>
      </dsp:txBody>
      <dsp:txXfrm>
        <a:off x="51885" y="3037883"/>
        <a:ext cx="5454719" cy="9591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23042-F942-463F-9937-9910B5B63D84}">
      <dsp:nvSpPr>
        <dsp:cNvPr id="0" name=""/>
        <dsp:cNvSpPr/>
      </dsp:nvSpPr>
      <dsp:spPr>
        <a:xfrm>
          <a:off x="413084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ED49C-1154-4BB2-BAA0-8EC348BC5AE4}">
      <dsp:nvSpPr>
        <dsp:cNvPr id="0" name=""/>
        <dsp:cNvSpPr/>
      </dsp:nvSpPr>
      <dsp:spPr>
        <a:xfrm>
          <a:off x="4129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Setup and connect </a:t>
          </a:r>
          <a:r>
            <a:rPr lang="en-US" sz="1400" kern="1200">
              <a:latin typeface="Aptos Display" panose="02110004020202020204"/>
            </a:rPr>
            <a:t>GitHub</a:t>
          </a:r>
          <a:r>
            <a:rPr lang="en-US" sz="1400" kern="1200"/>
            <a:t>, Database, Trello, Research Front-end App </a:t>
          </a:r>
        </a:p>
      </dsp:txBody>
      <dsp:txXfrm>
        <a:off x="4129" y="2269272"/>
        <a:ext cx="1487109" cy="724965"/>
      </dsp:txXfrm>
    </dsp:sp>
    <dsp:sp modelId="{536B600F-44B2-4C4D-8996-0B69E76561B9}">
      <dsp:nvSpPr>
        <dsp:cNvPr id="0" name=""/>
        <dsp:cNvSpPr/>
      </dsp:nvSpPr>
      <dsp:spPr>
        <a:xfrm>
          <a:off x="2160438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D8735-A1F8-4003-9841-5CE62BE973BC}">
      <dsp:nvSpPr>
        <dsp:cNvPr id="0" name=""/>
        <dsp:cNvSpPr/>
      </dsp:nvSpPr>
      <dsp:spPr>
        <a:xfrm>
          <a:off x="1751483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Database CRRUD functionalities, User folders, and other gamified features</a:t>
          </a:r>
        </a:p>
      </dsp:txBody>
      <dsp:txXfrm>
        <a:off x="1751483" y="2269272"/>
        <a:ext cx="1487109" cy="724965"/>
      </dsp:txXfrm>
    </dsp:sp>
    <dsp:sp modelId="{69CE3BE9-407E-4A48-8464-1A3574534736}">
      <dsp:nvSpPr>
        <dsp:cNvPr id="0" name=""/>
        <dsp:cNvSpPr/>
      </dsp:nvSpPr>
      <dsp:spPr>
        <a:xfrm>
          <a:off x="3907791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CBC31-C8B7-4419-BA2C-BB7078BA2C43}">
      <dsp:nvSpPr>
        <dsp:cNvPr id="0" name=""/>
        <dsp:cNvSpPr/>
      </dsp:nvSpPr>
      <dsp:spPr>
        <a:xfrm>
          <a:off x="3498836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Add all front-end access points and features</a:t>
          </a:r>
        </a:p>
      </dsp:txBody>
      <dsp:txXfrm>
        <a:off x="3498836" y="2269272"/>
        <a:ext cx="1487109" cy="724965"/>
      </dsp:txXfrm>
    </dsp:sp>
    <dsp:sp modelId="{8FFFFB6C-DF6D-4A80-AA56-897A9B1E46C4}">
      <dsp:nvSpPr>
        <dsp:cNvPr id="0" name=""/>
        <dsp:cNvSpPr/>
      </dsp:nvSpPr>
      <dsp:spPr>
        <a:xfrm>
          <a:off x="5655145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1388C-B01D-41E9-9CEE-3D0492A2AD39}">
      <dsp:nvSpPr>
        <dsp:cNvPr id="0" name=""/>
        <dsp:cNvSpPr/>
      </dsp:nvSpPr>
      <dsp:spPr>
        <a:xfrm>
          <a:off x="5246190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 Feature Implementation and Bug Fix</a:t>
          </a:r>
        </a:p>
      </dsp:txBody>
      <dsp:txXfrm>
        <a:off x="5246190" y="2269272"/>
        <a:ext cx="1487109" cy="724965"/>
      </dsp:txXfrm>
    </dsp:sp>
    <dsp:sp modelId="{4332926B-11B1-4E76-A0DE-2FCBA7C455A0}">
      <dsp:nvSpPr>
        <dsp:cNvPr id="0" name=""/>
        <dsp:cNvSpPr/>
      </dsp:nvSpPr>
      <dsp:spPr>
        <a:xfrm>
          <a:off x="7402498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A9D2-BFE8-4D49-B81D-BA51324A7608}">
      <dsp:nvSpPr>
        <dsp:cNvPr id="0" name=""/>
        <dsp:cNvSpPr/>
      </dsp:nvSpPr>
      <dsp:spPr>
        <a:xfrm>
          <a:off x="6993543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Visuals</a:t>
          </a:r>
        </a:p>
      </dsp:txBody>
      <dsp:txXfrm>
        <a:off x="6993543" y="2269272"/>
        <a:ext cx="1487109" cy="724965"/>
      </dsp:txXfrm>
    </dsp:sp>
    <dsp:sp modelId="{0BB712B8-0018-4CCB-B9CE-1B14DC27409E}">
      <dsp:nvSpPr>
        <dsp:cNvPr id="0" name=""/>
        <dsp:cNvSpPr/>
      </dsp:nvSpPr>
      <dsp:spPr>
        <a:xfrm>
          <a:off x="9149852" y="1340017"/>
          <a:ext cx="669199" cy="6691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BABA0-FBA1-4AA0-957B-494E34D6FA24}">
      <dsp:nvSpPr>
        <dsp:cNvPr id="0" name=""/>
        <dsp:cNvSpPr/>
      </dsp:nvSpPr>
      <dsp:spPr>
        <a:xfrm>
          <a:off x="8740897" y="2269272"/>
          <a:ext cx="1487109" cy="724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 Test Full Implementation and Bug Fix</a:t>
          </a:r>
        </a:p>
      </dsp:txBody>
      <dsp:txXfrm>
        <a:off x="8740897" y="2269272"/>
        <a:ext cx="1487109" cy="72496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F8DAC-1402-4D04-A29E-EE8B3936F1E2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2B067-57E4-47F7-AADF-32A9AD1C9C3F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Setup GitHub repo for the project</a:t>
          </a:r>
        </a:p>
      </dsp:txBody>
      <dsp:txXfrm>
        <a:off x="0" y="0"/>
        <a:ext cx="6900512" cy="1384035"/>
      </dsp:txXfrm>
    </dsp:sp>
    <dsp:sp modelId="{4DFE7114-671E-45DA-B106-C3CC1EF9EC31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A3C69-5127-4D67-9CBA-C51E3CEFD535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 backlog and Sprint 1 items in Trello</a:t>
          </a:r>
        </a:p>
      </dsp:txBody>
      <dsp:txXfrm>
        <a:off x="0" y="1384035"/>
        <a:ext cx="6900512" cy="1384035"/>
      </dsp:txXfrm>
    </dsp:sp>
    <dsp:sp modelId="{B10D9E0D-81CA-4EC1-A480-37F1EEDF682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FE12F-58C0-4C6E-8A51-329CF517AFFC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Research mobile application creation</a:t>
          </a:r>
        </a:p>
      </dsp:txBody>
      <dsp:txXfrm>
        <a:off x="0" y="2768070"/>
        <a:ext cx="6900512" cy="1384035"/>
      </dsp:txXfrm>
    </dsp:sp>
    <dsp:sp modelId="{15FB2DE2-BDCE-49C9-896E-074448030FC8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1C05A-7AD7-43EE-879D-4F9793387ED1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Finalize decision on which dev tools and software to create application with/in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1:41.0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0 319,'0'0'0,"0"0"-319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1:46.0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1826 0 1087,'0'0'0,"0"0"192,0 0 32,0 0-88,0 1-8,0 1-64,1-1 0,-1 0 64,0 0 0,0-1 128,0 1 16,1 0-112,0 0-16,-1 0 232,1 1-248,-1-1 144,0 1-184,0-1-88,-1 2 0,0-1 64,-1 1 96,-1 0-64,-2-1 192,-2 1-208,-1-1 0,1-1 80,-1 1 0,0-1-160,-1 0 72,0-1-8,0 1 16,0-1-16,0 1 8,-1-1-72,-1 0 72,0 1 96,0-1-24,-1 0-64,-1-1 0,-1 1-80,0-1 0,-1 0 64,0 0 0,-1 1 80,0 0 0,-1 0-48,-1 1 0,-1-1 144,1 1-160,1-1-80,1 0 72,0 0 128,1 0-24,0-1-176,2 1 0,0-1 160,0 0 0,-1-1-96,0 1 0,-2 0 8,1 0-72,1-1 208,-1 1-16,1-1-120,-2 0-8,1 0-152,-1 1-40,-1-1 256,0 1 56,-1 0-56,0 0 0,1 0-128,0 1 0,-1 0 192,1 0-128,1 0 0,1 1 0,2-1 8,-1 0 144,0 0-216,0 0 0,-2 1 128,0 0 0,-2 1 72,0 0 8,0 1-120,0-1-8,-2 1-80,1 0 0,2 0 144,0 0 0,0 0-144,1 0 0,0 0 0,1 0 0,1 0 72,-1-1 144,-3 1-216,1-1 0,0 0 0,0 0 0,0-1 64,0 0 0,0 0-64,0-1 0,1 1 232,1-1 8,0 0-240,2 0 0,1 0 88,-1 0-8,0 0-80,-1 1 0,1-1 0,-1 1-80,1 0 80,-2 0 80,0-1 152,0 1 8,-2-1-152,1 1-8,0-2-80,0 1 0,0-1 80,1 0 0,0-1-192,2 1-56,0-1 368,1 0-120,-1 1-80,1-1 0,0 0 0,0 1-80,1 0 80,-1-1 0,0 1 0,0 0 0,-1 0-304,1-1 216,1 1-56,1 0 0,-1 0 320,2 1-104,1-1 104,0 0 0,1 1-440,0 0-56,2 0 320,0 0 0,0 0-96,0 0 16,1 0 256,1 0 48,0-1-224,-1 1 0,0-1-168,0-1 96,1 1 72,0 1 80,-1-1-80,1 0 0,1 1-224,-1-1-96,1 1 88,1 0 8,0 0-184,0 0-24,1 0-80,-1 1-16,0 1-664,0 1 784,1 3-944,1 6-1448,2 1-151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2:06.751"/>
    </inkml:context>
    <inkml:brush xml:id="br0">
      <inkml:brushProperty name="width" value="0.035" units="cm"/>
      <inkml:brushProperty name="height" value="0.035" units="cm"/>
      <inkml:brushProperty name="color" value="#969696"/>
    </inkml:brush>
  </inkml:definitions>
  <inkml:trace contextRef="#ctx0" brushRef="#br0">3472 24 1439,'-3'2'156,"0"-1"-87,0 1 0,0-1 0,0 0 0,0 1 0,0-1 0,-1-1 1,1 1-1,0 0 0,-1-1 0,1 0 0,0 1 0,-1-1 0,-3-1 0,-17-3 169,-22-3 297,-128 9 425,86 0-427,-155 23 0,139-12-209,52-7-35,0-3 0,-1-2 1,1-3-1,-77-11 0,-149-27-141,45 22 375,24 14 26,148 9-309,-24 0-49,-64 1 1060,71-1-1047,-26 5 38,-6 0 185,-136 16 290,214-23-479,-44-1 0,16-1-79,12 2-30,-49 0 27,64-2-194,-49 8 1,54-6 46,8 1 208,-9 0 384,-8 1-467,13 0-56,-51 9-100,54-6 130,8-2-160,12-5 105,-4 3-41,-5 9 59,9-12-106,-6 14-53,5-12 97,-5 16-209,5-11 184,0 0-1,1 0 0,0 0 1,0 0-1,1 0 0,0 0 1,2 12-1,-1 2-268,8 43 320,-2-20-224,17 122 101,-15-116-40,20 142 176,-18 152-50,-11-303 4,-5 52 41,1-33 2,-4 55-261,2 26 304,4-122-105,1 7-94,2 45-1,1-57 56,-1-12 44,0 0 1,-1 0 0,0 0 0,1 1-1,-1-1 1,0 0 0,-1 6 0,0-4 64,1 0-26,0-4 247,-15 2-442,12-3 164,0-1-1,0 0 0,-1-1 0,1 1 1,0-1-1,0 1 0,0-1 0,0 0 0,1 0 1,-1 0-1,-4-4 0,-26-32-82,19 22 71,8 8-27,0 0 0,-8-16-1,-7-10-84,12 22-61,2 5 139,2 0 1,-1-1-1,1 0 1,0 1-1,1-2 1,0 1-1,0-1 1,-3-9-1,7 3-401,1 15 432,0-1 0,0 1 0,-1 0 1,1 0-1,0-1 0,0 1 0,0 0 0,-1 0 0,1 0 0,0 0 0,0 0 0,0 0 0,0 0 0,-1 0 0,1 1 0,0-1 0,0 0 0,1 1 0,4 3-55,0 0 1,0 0-1,-1 1 0,1 0 0,-1 0 0,7 8 0,5 6-57,50 51 55,-37-36 86,-26-30 30,1 0 0,-1-1 0,1 1 0,6 4 0,-8-7-33,-1 0 0,0 1 0,1-1 0,-1 0 1,0 0-1,1-1 0,0 1 0,-1 0 0,1-1 0,-1 0 1,1 1-1,0-1 0,-1 0 0,1 0 0,3-1 0,-2-1 0,0 1-1,0-1 0,0 0 0,-1 0 0,1 0 0,-1 0 1,0-1-1,1 0 0,-1 1 0,0-1 0,-1 0 1,6-7-1,2-5 51,15-26 0,-15 23-44,91-142-4054,-95 151 3160,3-5-1165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D2379-2BB2-400F-A399-888EFB36A96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EF84-F1AC-41D1-9F8D-1EBF80527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3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8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02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37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92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03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37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8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16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57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Jacob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89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33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85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77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EF84-F1AC-41D1-9F8D-1EBF805279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7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679D-94A4-80B4-D173-B468047F7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9A382-7136-B9F1-BD7F-7E0A5574F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0899-2151-C4F4-902A-84C3B477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169B7-8D5C-8210-F31B-3CB28FDD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ED1A-5822-5C85-3C10-FBF20F64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5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3D09-DE54-8BA2-5306-81CE6A0B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E23F3-9F7A-07B1-D0BC-31DD00F63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939ED-87BA-04C8-F2FC-0681F89B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881E7-D571-5EE7-F60D-E846DE0A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925E-345A-D20C-0E2C-5DAEC826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4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90BF-8063-2841-BC03-7200CCC8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292A0-29C2-BA9B-A4F1-848BC786A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532D2-7966-DE7E-306D-C82CDB05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2080A-C3FC-05C5-1D70-DECA11F3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EACC-044C-F6D6-8377-3FEA0E44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E338-EFD7-482C-5F28-9097B0A3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236CB-BA5F-1A4F-044B-09C500814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6DE27-960B-7C58-F7D7-90E31838F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4E8AF-EA03-0B0B-BF44-D6239CE3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B8C79-C671-6FAC-37EC-496C04B6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1DBE-BE2F-B18F-D786-AB593017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CD0F-371F-8E82-531E-7AF0AF9E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6B8AC-C538-2C4B-B29C-DF475EBF9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1B4E5-BE3C-613D-9663-204A911C1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8FAAD-A1A5-8A4D-4067-2719A6F6E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2A443-C81D-8A2E-A270-7FBFA4DDA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39585-FD1E-ABB7-8471-4D5359B0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A582D-44E4-B9F5-B6EC-181654E6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BFA3F-4537-15FC-29F0-D121564C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0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0EDD-B3BF-9B0A-8F42-30462B86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292BC-70CF-3DC5-806F-9368A361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821E0-4F8D-24E1-D56E-DC64D5E8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01DEE-E37E-13C5-B5F9-D3526FD1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7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D5991-669B-B446-79F6-4D7A725D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C2642-B5C0-A9A3-2170-10BA756A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FAF03-3887-6F37-7952-893EBC75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0BC6-8052-40F5-8A50-F23EEC97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24F8-F6CF-6253-0B04-BCE1A74D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8A25A-2843-1011-11AC-BE8BFC52D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2B980-3954-182F-9C5A-7150F550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9957A-B8F6-431E-4B97-481C329C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D68CC-869C-AA7F-04D2-A76C35E9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9C2C-F4B0-C613-1392-5F3C48EB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5AC8F-6C88-9ADE-F550-133448D58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0F7B6-A867-44FB-2908-F45BA0F09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DCE14-4A08-9CE4-6DDB-77DDC6CB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1DBCE-7DFA-A34B-BC19-318D769C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CD1DC-78EB-339C-1CC3-4D145ADB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2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0F2C-BA29-09D1-3B57-9CA3A8F3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127C7-7E01-FDC5-5EF6-B94CF2EA8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E8A2-A706-9024-784E-E2931A9C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65C87-12EB-7852-E945-6FC62971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23620-FA54-D5DF-3137-DC4BDED3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5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93211-63C0-C694-F1F3-EC76D7220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90A98-27FB-8D00-A089-86CA3D3A6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3C60D-511D-216C-4AE5-06AE9965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E3559-AB3A-5026-4C13-0F68660A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332C0-DB31-BE95-C87A-88998D73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3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03FC4-D516-5277-0ED6-8FAA451D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B0A16-A0AB-BE64-4408-0C8917F0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42C5-0313-6A3B-A24E-909777685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2E0BA-2114-4E61-8B1B-13F6228AF5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F4B7A-458F-8DCE-C4C9-0279622B1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5DE70-D5B2-7860-B25E-FE4FAC439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7CBB1-A70F-496A-B37E-1CF00CACD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0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25638-8252-A613-C1F7-0CAFCD048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860229"/>
            <a:ext cx="5561938" cy="2513516"/>
          </a:xfrm>
        </p:spPr>
        <p:txBody>
          <a:bodyPr>
            <a:normAutofit/>
          </a:bodyPr>
          <a:lstStyle/>
          <a:p>
            <a:r>
              <a:rPr lang="en-US">
                <a:latin typeface="Rockwell Extra Bold" panose="02060903040505020403" pitchFamily="18" charset="0"/>
              </a:rPr>
              <a:t>The </a:t>
            </a:r>
            <a:r>
              <a:rPr lang="en-US" err="1">
                <a:latin typeface="Rockwell Extra Bold" panose="02060903040505020403" pitchFamily="18" charset="0"/>
              </a:rPr>
              <a:t>FrienDex</a:t>
            </a:r>
            <a:endParaRPr lang="en-US">
              <a:latin typeface="Rockwell Extra Bold" panose="020609030405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92751-505B-1AD2-03D5-D275F5605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3556277"/>
            <a:ext cx="5561938" cy="1534587"/>
          </a:xfrm>
        </p:spPr>
        <p:txBody>
          <a:bodyPr>
            <a:normAutofit/>
          </a:bodyPr>
          <a:lstStyle/>
          <a:p>
            <a:r>
              <a:rPr lang="en-US" dirty="0"/>
              <a:t>Quinn Daniels, Ronan Eanes, </a:t>
            </a:r>
          </a:p>
          <a:p>
            <a:r>
              <a:rPr lang="en-US" dirty="0"/>
              <a:t>Kaleb McKinney, Jacob Robidas,</a:t>
            </a:r>
          </a:p>
          <a:p>
            <a:r>
              <a:rPr lang="en-US" dirty="0"/>
              <a:t>Dominic </a:t>
            </a:r>
            <a:r>
              <a:rPr lang="en-US"/>
              <a:t>Erhabor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8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A5EFC-D070-F02B-5DF3-53E9E333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About the </a:t>
            </a:r>
            <a:r>
              <a:rPr lang="en-US" err="1">
                <a:solidFill>
                  <a:srgbClr val="FFFFFF"/>
                </a:solidFill>
              </a:rPr>
              <a:t>FrienDex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5731-6A37-D03A-AFE5-CFD2E2379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u="sng"/>
              <a:t>Description</a:t>
            </a:r>
            <a:r>
              <a:rPr lang="en-US"/>
              <a:t>: An application to encourage social interaction by acting as a human-centered note taking app. Users can track multiple interactions with various people at different events. </a:t>
            </a:r>
          </a:p>
          <a:p>
            <a:r>
              <a:rPr lang="en-US" u="sng"/>
              <a:t>Purpose</a:t>
            </a:r>
            <a:r>
              <a:rPr lang="en-US"/>
              <a:t>: Encourage sociability by making a social media-like app for keeping records of your interactions with others.</a:t>
            </a:r>
          </a:p>
          <a:p>
            <a:r>
              <a:rPr lang="en-US" u="sng"/>
              <a:t>Target User Group</a:t>
            </a:r>
            <a:r>
              <a:rPr lang="en-US"/>
              <a:t>: Young adults, socially awkward people</a:t>
            </a:r>
          </a:p>
        </p:txBody>
      </p:sp>
    </p:spTree>
    <p:extLst>
      <p:ext uri="{BB962C8B-B14F-4D97-AF65-F5344CB8AC3E}">
        <p14:creationId xmlns:p14="http://schemas.microsoft.com/office/powerpoint/2010/main" val="133108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9DD21-894C-A402-1C1F-4EB79736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F4A10-67A5-90D2-9BB4-D6A2A2B36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“to better aid human connection between people in an organized and visually memorable way” </a:t>
            </a:r>
          </a:p>
        </p:txBody>
      </p:sp>
    </p:spTree>
    <p:extLst>
      <p:ext uri="{BB962C8B-B14F-4D97-AF65-F5344CB8AC3E}">
        <p14:creationId xmlns:p14="http://schemas.microsoft.com/office/powerpoint/2010/main" val="306957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9178D-4D9D-4A03-CB22-1700BF27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Key Features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1931ED-EFA9-509F-DCF9-E5E4F87AB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338473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369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81335-7420-526C-FAF8-EB387143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F69681-4747-5C30-F41B-39B30607A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789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015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9CF49-A450-CE5A-33F7-113CC929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33" y="609600"/>
            <a:ext cx="3913680" cy="133083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Initial Database Design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BB427-21B9-052E-9C11-4857DBBB3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901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23368C2-0A3F-C96B-DADC-27BD8283C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280114"/>
              </p:ext>
            </p:extLst>
          </p:nvPr>
        </p:nvGraphicFramePr>
        <p:xfrm>
          <a:off x="5064757" y="5286036"/>
          <a:ext cx="652625" cy="43401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2625">
                  <a:extLst>
                    <a:ext uri="{9D8B030D-6E8A-4147-A177-3AD203B41FA5}">
                      <a16:colId xmlns:a16="http://schemas.microsoft.com/office/drawing/2014/main" val="1743620502"/>
                    </a:ext>
                  </a:extLst>
                </a:gridCol>
              </a:tblGrid>
              <a:tr h="164967">
                <a:tc>
                  <a:txBody>
                    <a:bodyPr/>
                    <a:lstStyle/>
                    <a:p>
                      <a:r>
                        <a:rPr lang="en-US" sz="500"/>
                        <a:t>PhoneNumber</a:t>
                      </a:r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265289"/>
                  </a:ext>
                </a:extLst>
              </a:tr>
              <a:tr h="266378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099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17D93A-339D-C5AB-95A5-18B5E1A4B25A}"/>
                  </a:ext>
                </a:extLst>
              </p14:cNvPr>
              <p14:cNvContentPartPr/>
              <p14:nvPr/>
            </p14:nvContentPartPr>
            <p14:xfrm>
              <a:off x="6519251" y="461332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17D93A-339D-C5AB-95A5-18B5E1A4B2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0251" y="4559329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DCED84-41D1-24FA-4AC3-94BC82694E89}"/>
                  </a:ext>
                </a:extLst>
              </p14:cNvPr>
              <p14:cNvContentPartPr/>
              <p14:nvPr/>
            </p14:nvContentPartPr>
            <p14:xfrm>
              <a:off x="5855051" y="4624849"/>
              <a:ext cx="659160" cy="27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DCED84-41D1-24FA-4AC3-94BC82694E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46046" y="4570849"/>
                <a:ext cx="67681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CD011C-675E-BD6A-13EE-B0EA77CA17D6}"/>
                  </a:ext>
                </a:extLst>
              </p14:cNvPr>
              <p14:cNvContentPartPr/>
              <p14:nvPr/>
            </p14:nvContentPartPr>
            <p14:xfrm>
              <a:off x="5266451" y="4628809"/>
              <a:ext cx="1249920" cy="645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CD011C-675E-BD6A-13EE-B0EA77CA17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0333" y="4622689"/>
                <a:ext cx="1262156" cy="657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3310E53C-7504-569B-DF76-D2412CA493FE}"/>
              </a:ext>
            </a:extLst>
          </p:cNvPr>
          <p:cNvSpPr/>
          <p:nvPr/>
        </p:nvSpPr>
        <p:spPr>
          <a:xfrm>
            <a:off x="5266451" y="1824378"/>
            <a:ext cx="1480572" cy="809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0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8B1E4-3DA1-4E33-748A-A8E64B5A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System Information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AC03CC28-E5EF-5DB5-7CF2-9A3168C50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7554850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479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EAC1B-6DC4-EE2E-8DC0-06F965D6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Tools and External Utilities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7784F-E08D-7004-B139-AB1414A5F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/>
              <a:t>Trello for Project Management Tracking</a:t>
            </a:r>
          </a:p>
          <a:p>
            <a:r>
              <a:rPr lang="en-US" err="1"/>
              <a:t>Github</a:t>
            </a:r>
            <a:r>
              <a:rPr lang="en-US"/>
              <a:t> for Version Control</a:t>
            </a:r>
          </a:p>
          <a:p>
            <a:r>
              <a:rPr lang="en-US"/>
              <a:t>Neon for database storage or locally stored</a:t>
            </a:r>
          </a:p>
        </p:txBody>
      </p:sp>
    </p:spTree>
    <p:extLst>
      <p:ext uri="{BB962C8B-B14F-4D97-AF65-F5344CB8AC3E}">
        <p14:creationId xmlns:p14="http://schemas.microsoft.com/office/powerpoint/2010/main" val="310520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D8D86B-86AE-7CC3-2A24-5983D9D43C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880744"/>
              </p:ext>
            </p:extLst>
          </p:nvPr>
        </p:nvGraphicFramePr>
        <p:xfrm>
          <a:off x="1185059" y="1059397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118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2385B-6C76-47F3-D4F5-6C2B4847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Initial Product Backlog (User Stories pt. 1)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579B5-3D6E-D632-C832-5CD10A837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41306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308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27DE2-82FD-6296-F4D8-08BB2676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DEE5E-28D0-9CB6-7663-E9B5B173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Initial Product Backlog (User Stories pt. 2)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E17D-F2CE-3A8A-F373-DA46C9FD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As the mother of an introvert, I want my son to talk to his classmates more, so I want the records to be easy to create.</a:t>
            </a:r>
          </a:p>
          <a:p>
            <a:endParaRPr lang="en-US" sz="2200"/>
          </a:p>
          <a:p>
            <a:r>
              <a:rPr lang="en-US" sz="2200"/>
              <a:t>As a lonely young adult, I want to meet people again after the pandemic, so that I can rebuild my social group.</a:t>
            </a:r>
          </a:p>
          <a:p>
            <a:endParaRPr lang="en-US" sz="2200"/>
          </a:p>
          <a:p>
            <a:r>
              <a:rPr lang="en-US" sz="2200"/>
              <a:t>As someone who can be discouraged easily, I want to measure my progress, so that I can reassure myself that I am moving forward in my sociability.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CB573-5E88-204A-2789-0BB6E516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E5446C-81CF-CBC2-29A8-73540E67936F}"/>
              </a:ext>
            </a:extLst>
          </p:cNvPr>
          <p:cNvSpPr/>
          <p:nvPr/>
        </p:nvSpPr>
        <p:spPr>
          <a:xfrm>
            <a:off x="10262305" y="5125265"/>
            <a:ext cx="2256693" cy="2062380"/>
          </a:xfrm>
          <a:prstGeom prst="ellipse">
            <a:avLst/>
          </a:prstGeom>
          <a:solidFill>
            <a:schemeClr val="accent2">
              <a:alpha val="77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F31FB-EF62-256E-A676-C11E6AEE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Initial Product Backlog (User Stories pt. 3)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D8EE6973-7295-334E-5F30-577DD3D78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229742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0C7EDED-475D-37DA-01DD-5323D5D0FE9B}"/>
              </a:ext>
            </a:extLst>
          </p:cNvPr>
          <p:cNvSpPr/>
          <p:nvPr/>
        </p:nvSpPr>
        <p:spPr>
          <a:xfrm rot="16495481">
            <a:off x="-897135" y="5644463"/>
            <a:ext cx="2256692" cy="1762102"/>
          </a:xfrm>
          <a:prstGeom prst="triangle">
            <a:avLst/>
          </a:prstGeom>
          <a:noFill/>
          <a:ln w="762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33488F23-79D2-FBFC-74B5-4E2B6944784B}"/>
              </a:ext>
            </a:extLst>
          </p:cNvPr>
          <p:cNvSpPr/>
          <p:nvPr/>
        </p:nvSpPr>
        <p:spPr>
          <a:xfrm rot="9141861">
            <a:off x="10189457" y="32565"/>
            <a:ext cx="2101864" cy="2195946"/>
          </a:xfrm>
          <a:custGeom>
            <a:avLst/>
            <a:gdLst>
              <a:gd name="csX0" fmla="*/ 1100669 w 2101864"/>
              <a:gd name="csY0" fmla="*/ 1230 h 2195946"/>
              <a:gd name="csX1" fmla="*/ 2037526 w 2101864"/>
              <a:gd name="csY1" fmla="*/ 719702 h 2195946"/>
              <a:gd name="csX2" fmla="*/ 1804427 w 2101864"/>
              <a:gd name="csY2" fmla="*/ 1863364 h 2195946"/>
              <a:gd name="csX3" fmla="*/ 1412610 w 2101864"/>
              <a:gd name="csY3" fmla="*/ 1465361 h 2195946"/>
              <a:gd name="csX4" fmla="*/ 1050932 w 2101864"/>
              <a:gd name="csY4" fmla="*/ 1097973 h 2195946"/>
              <a:gd name="csX5" fmla="*/ 1074806 w 2101864"/>
              <a:gd name="csY5" fmla="*/ 571536 h 2195946"/>
              <a:gd name="csX6" fmla="*/ 1100669 w 2101864"/>
              <a:gd name="csY6" fmla="*/ 1230 h 2195946"/>
              <a:gd name="csX0" fmla="*/ 1100669 w 2101864"/>
              <a:gd name="csY0" fmla="*/ 1230 h 2195946"/>
              <a:gd name="csX1" fmla="*/ 2037526 w 2101864"/>
              <a:gd name="csY1" fmla="*/ 719702 h 2195946"/>
              <a:gd name="csX2" fmla="*/ 1804427 w 2101864"/>
              <a:gd name="csY2" fmla="*/ 1863364 h 219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01864" h="2195946" stroke="0" extrusionOk="0">
                <a:moveTo>
                  <a:pt x="1100669" y="1230"/>
                </a:moveTo>
                <a:cubicBezTo>
                  <a:pt x="1431400" y="-34264"/>
                  <a:pt x="1788859" y="343872"/>
                  <a:pt x="2037526" y="719702"/>
                </a:cubicBezTo>
                <a:cubicBezTo>
                  <a:pt x="2273488" y="1136406"/>
                  <a:pt x="2023034" y="1562674"/>
                  <a:pt x="1804427" y="1863364"/>
                </a:cubicBezTo>
                <a:cubicBezTo>
                  <a:pt x="1616456" y="1715578"/>
                  <a:pt x="1623799" y="1627477"/>
                  <a:pt x="1412610" y="1465361"/>
                </a:cubicBezTo>
                <a:cubicBezTo>
                  <a:pt x="1201421" y="1303245"/>
                  <a:pt x="1262475" y="1248778"/>
                  <a:pt x="1050932" y="1097973"/>
                </a:cubicBezTo>
                <a:cubicBezTo>
                  <a:pt x="1043685" y="914491"/>
                  <a:pt x="1102700" y="715621"/>
                  <a:pt x="1074806" y="571536"/>
                </a:cubicBezTo>
                <a:cubicBezTo>
                  <a:pt x="1046912" y="427451"/>
                  <a:pt x="1094491" y="224504"/>
                  <a:pt x="1100669" y="1230"/>
                </a:cubicBezTo>
                <a:close/>
              </a:path>
              <a:path w="2101864" h="2195946" fill="none" extrusionOk="0">
                <a:moveTo>
                  <a:pt x="1100669" y="1230"/>
                </a:moveTo>
                <a:cubicBezTo>
                  <a:pt x="1467404" y="13164"/>
                  <a:pt x="1918145" y="326634"/>
                  <a:pt x="2037526" y="719702"/>
                </a:cubicBezTo>
                <a:cubicBezTo>
                  <a:pt x="2199809" y="1150374"/>
                  <a:pt x="2094518" y="1647651"/>
                  <a:pt x="1804427" y="1863364"/>
                </a:cubicBezTo>
              </a:path>
              <a:path w="2101864" h="2195946" fill="none" stroke="0" extrusionOk="0">
                <a:moveTo>
                  <a:pt x="1100669" y="1230"/>
                </a:moveTo>
                <a:cubicBezTo>
                  <a:pt x="1518862" y="-15639"/>
                  <a:pt x="1857870" y="352515"/>
                  <a:pt x="2037526" y="719702"/>
                </a:cubicBezTo>
                <a:cubicBezTo>
                  <a:pt x="2246906" y="1155318"/>
                  <a:pt x="2106186" y="1565493"/>
                  <a:pt x="1804427" y="1863364"/>
                </a:cubicBezTo>
              </a:path>
            </a:pathLst>
          </a:custGeom>
          <a:ln w="184150">
            <a:solidFill>
              <a:schemeClr val="accent1">
                <a:alpha val="64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6355795"/>
                      <a:gd name="adj2" fmla="val 272692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7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3B369-5A4C-A8D0-8701-714B5A3C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5DA25-5FD0-B4E7-42B5-AD0DBBE4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/>
              <a:t>Initial Product Backlog (User Stories pt. 4)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6A8C682A-93A8-8614-84DE-076EFC1AA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960347"/>
              </p:ext>
            </p:extLst>
          </p:nvPr>
        </p:nvGraphicFramePr>
        <p:xfrm>
          <a:off x="838200" y="1825625"/>
          <a:ext cx="555848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8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C0A8C-97F6-8F8E-D4F6-67EDFAC5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High Level Release Plan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233A29-8FF1-ECA2-3294-D782074CC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098462"/>
              </p:ext>
            </p:extLst>
          </p:nvPr>
        </p:nvGraphicFramePr>
        <p:xfrm>
          <a:off x="979932" y="1362415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1A80EC-5404-AF7C-C4FA-22856F226C81}"/>
              </a:ext>
            </a:extLst>
          </p:cNvPr>
          <p:cNvSpPr txBox="1"/>
          <p:nvPr/>
        </p:nvSpPr>
        <p:spPr>
          <a:xfrm>
            <a:off x="1079423" y="2319884"/>
            <a:ext cx="1023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Sprint 1		Sprint 2-5	Sprint 6		Sprint 7	              Sprint 8-9	            Sprint 10</a:t>
            </a:r>
          </a:p>
        </p:txBody>
      </p:sp>
    </p:spTree>
    <p:extLst>
      <p:ext uri="{BB962C8B-B14F-4D97-AF65-F5344CB8AC3E}">
        <p14:creationId xmlns:p14="http://schemas.microsoft.com/office/powerpoint/2010/main" val="294434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A74F3-66ED-8FB9-0FB7-D1BC3A70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Focus Plan for Sprint 1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03F2B0B-E0D3-3A5B-96C7-6934C0B56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76023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1083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03319F8-B73F-2734-3501-D2196BBFA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734B3-047D-FE8F-D30A-411C1191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5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0/09/xmldsig#rsa-sha1"/>
    <Reference Type="http://www.w3.org/2000/09/xmldsig#Object" URI="#idPackageObject">
      <DigestMethod Algorithm="http://www.w3.org/2000/09/xmldsig#sha1"/>
      <DigestValue>B20zstmMpzvJkzNv1YttxXlfWVM=</DigestValue>
    </Reference>
    <Reference Type="http://www.w3.org/2000/09/xmldsig#Object" URI="#idOfficeObject">
      <DigestMethod Algorithm="http://www.w3.org/2000/09/xmldsig#sha1"/>
      <DigestValue>sFrikPjegj27aEkz/T+wO9lWteM=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0/09/xmldsig#sha1"/>
      <DigestValue>U73pW3I/rZCSs0miKHhPr9HiLcY=</DigestValue>
    </Reference>
  </SignedInfo>
  <SignatureValue>Cn3NRPHL5ft8Cz0LP95Bpxa6788iBbHyoq3ruPYZe9f7sbaixrwuPpixGZtmJfjAekvcKoynlBry
EF/Xm4feXpP40Zq6TgAsWfT6He6EvIAF5jf4IZ1SBpYN5g7Ks+r+6A1uwGXKNviZ6c2uapubqoVq
ZwfOaNcLM+F3tihExoB+LYGddbt+oVzX4Gu8GFzUXR1fjiiCPbO5s0ohYqH3a542Me5/PdamHYRD
eSqgI31V/GXQ/pY521HgJ+rGpBp0as4P/Y3+FMmMX4ky/oKIxvY21n/v1P/aoZSCMWLrq9GiLPrP
rB2l65NoHVxVMdTejYPEW+q12U3Q8jjJi3cesw==</SignatureValue>
  <KeyInfo>
    <X509Data>
      <X509Certificate>MIIC/jCCAeagAwIBAgIQWtydfwEmNbhLhDOmo3P32zANBgkqhkiG9w0BAQUFADAQMQ4wDAYDVQQDEwVjMGQzejAgFw0yNDA0MjQwMzAxMjlaGA8yMTI0MDMzMTAzMDEyOVowEDEOMAwGA1UEAxMFYzBkM3owggEiMA0GCSqGSIb3DQEBAQUAA4IBDwAwggEKAoIBAQCvd8ae2C2JSyB+eg18qpGKJCm/Jg555vnl9QVlZIJISzqfuqgkdOdMOH2B36cDwkBCGjJsEb1jLYFYnkjszTFUVm6jeK3bHHXuu7oCYbE9yvpAuuQPdJI2NJMJkMZ9vp1riP39CJ8grjg3CNnAfr3DSrO70RyktIVOboETK+cpWDepDTdDdElSnTWLWmVDPYwACT76p4hB04oqA49umfI0DUH695m/Inqmq1Os8dU/Wr3Sdy/t8iERmFVPY+KK20t9OCA0owvlnrAqLqMQi5dt33DKhuzVyZU1lu6qvQbQDY2o/7V5wvdVfTTenwqeizBQKzJHynAYr7jfzUtUyptxAgMBAAGjUjBQMBUGA1UdJQQOMAwGCisGAQQBgjcKAwQwLAYDVR0RBCUwI6AhBgorBgEEAYI3FAIDoBMMEWMwZDN6QFNFQ09ORFdZTkQAMAkGA1UdEwQCMAAwDQYJKoZIhvcNAQEFBQADggEBAEvuYz8nxl+0vF1ahOt4mTlh2BX5xSmlCMGogqsxykFu1SfS9fAtut7LDlLK6CB4NNSatps0SCq63TvyXXuadFyTLJUzsEfFTLnRMECCxjFReJl+EcEVJwtpMlt8EDOj9i1tM5bOuPixIETbZh82WIqOKKVKg1Px3C31X9iyn3hhekV59pQrjnv/CibQnrA0JEZWEq7+c1HexWNdT3viE+YZSaU266NsNfa3qalnjJwl66+UKmvhRcect02Xh7TH5oHWDdqR9HG4bBvaPtfgx0BF+ukRaYT094R+OVCvzXeWxwcsnUX92vtbkNXg1YyZKnORpMEackLesT3jwDCng2I=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zU3xVjYU7a1ax8o9OQBgdxm5bvU=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7"/>
            <mdssi:RelationshipReference xmlns:mdssi="http://schemas.openxmlformats.org/package/2006/digital-signature" SourceId="rId25"/>
            <mdssi:RelationshipReference xmlns:mdssi="http://schemas.openxmlformats.org/package/2006/digital-signature" SourceId="rId16"/>
            <mdssi:RelationshipReference xmlns:mdssi="http://schemas.openxmlformats.org/package/2006/digital-signature" SourceId="rId20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24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23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22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26"/>
            <mdssi:RelationshipReference xmlns:mdssi="http://schemas.openxmlformats.org/package/2006/digital-signature" SourceId="rId21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</Transform>
          <Transform Algorithm="http://www.w3.org/TR/2001/REC-xml-c14n-20010315"/>
        </Transforms>
        <DigestMethod Algorithm="http://www.w3.org/2000/09/xmldsig#sha1"/>
        <DigestValue>DEAUeTBUtoz7OWuMT1q0bmlnmbk=</DigestValue>
      </Reference>
      <Reference URI="/ppt/diagrams/_rels/data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1BuDZUyx/ve5snaAaGvzYT1RfKg=</DigestValue>
      </Reference>
      <Reference URI="/ppt/diagrams/_rels/data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0/09/xmldsig#sha1"/>
        <DigestValue>SuSlUQ90Dy3dd7qUgh+RgFiCY/o=</DigestValue>
      </Reference>
      <Reference URI="/ppt/diagrams/_rels/data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0/09/xmldsig#sha1"/>
        <DigestValue>7zZjSfKUWlv5KR76RTirOYVVEuU=</DigestValue>
      </Reference>
      <Reference URI="/ppt/diagrams/_rels/data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0/09/xmldsig#sha1"/>
        <DigestValue>N3llAn2bRBxmE4U+fop4E3X6gAs=</DigestValue>
      </Reference>
      <Reference URI="/ppt/diagrams/_rels/data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GFXeyL+YXV7SjjT9fKwNstjSiHA=</DigestValue>
      </Reference>
      <Reference URI="/ppt/diagrams/_rels/drawing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0/09/xmldsig#sha1"/>
        <DigestValue>1BuDZUyx/ve5snaAaGvzYT1RfKg=</DigestValue>
      </Reference>
      <Reference URI="/ppt/diagrams/_rels/drawing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0/09/xmldsig#sha1"/>
        <DigestValue>SuSlUQ90Dy3dd7qUgh+RgFiCY/o=</DigestValue>
      </Reference>
      <Reference URI="/ppt/diagrams/_rels/drawing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7zZjSfKUWlv5KR76RTirOYVVEuU=</DigestValue>
      </Reference>
      <Reference URI="/ppt/diagrams/_rels/drawing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N3llAn2bRBxmE4U+fop4E3X6gAs=</DigestValue>
      </Reference>
      <Reference URI="/ppt/diagrams/_rels/drawing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</Transform>
          <Transform Algorithm="http://www.w3.org/TR/2001/REC-xml-c14n-20010315"/>
        </Transforms>
        <DigestMethod Algorithm="http://www.w3.org/2000/09/xmldsig#sha1"/>
        <DigestValue>GFXeyL+YXV7SjjT9fKwNstjSiHA=</DigestValue>
      </Reference>
      <Reference URI="/ppt/diagrams/colors1.xml?ContentType=application/vnd.openxmlformats-officedocument.drawingml.diagramColors+xml">
        <DigestMethod Algorithm="http://www.w3.org/2000/09/xmldsig#sha1"/>
        <DigestValue>+QRQkVIf+Z3HM4TIg2fnZJ9gt7A=</DigestValue>
      </Reference>
      <Reference URI="/ppt/diagrams/colors2.xml?ContentType=application/vnd.openxmlformats-officedocument.drawingml.diagramColors+xml">
        <DigestMethod Algorithm="http://www.w3.org/2000/09/xmldsig#sha1"/>
        <DigestValue>rkee2oPhHuiR5A49M4uvrfFh4Js=</DigestValue>
      </Reference>
      <Reference URI="/ppt/diagrams/colors3.xml?ContentType=application/vnd.openxmlformats-officedocument.drawingml.diagramColors+xml">
        <DigestMethod Algorithm="http://www.w3.org/2000/09/xmldsig#sha1"/>
        <DigestValue>CKNsvhwXzL+6HEZ1WNIkfVesD2Q=</DigestValue>
      </Reference>
      <Reference URI="/ppt/diagrams/colors4.xml?ContentType=application/vnd.openxmlformats-officedocument.drawingml.diagramColors+xml">
        <DigestMethod Algorithm="http://www.w3.org/2000/09/xmldsig#sha1"/>
        <DigestValue>CKNsvhwXzL+6HEZ1WNIkfVesD2Q=</DigestValue>
      </Reference>
      <Reference URI="/ppt/diagrams/colors5.xml?ContentType=application/vnd.openxmlformats-officedocument.drawingml.diagramColors+xml">
        <DigestMethod Algorithm="http://www.w3.org/2000/09/xmldsig#sha1"/>
        <DigestValue>CKNsvhwXzL+6HEZ1WNIkfVesD2Q=</DigestValue>
      </Reference>
      <Reference URI="/ppt/diagrams/colors6.xml?ContentType=application/vnd.openxmlformats-officedocument.drawingml.diagramColors+xml">
        <DigestMethod Algorithm="http://www.w3.org/2000/09/xmldsig#sha1"/>
        <DigestValue>Fbc3F6nXNKwm+e7SJRF7Y/wCn/g=</DigestValue>
      </Reference>
      <Reference URI="/ppt/diagrams/colors7.xml?ContentType=application/vnd.openxmlformats-officedocument.drawingml.diagramColors+xml">
        <DigestMethod Algorithm="http://www.w3.org/2000/09/xmldsig#sha1"/>
        <DigestValue>xivk++uwFbeBdP1OmmAK9JGQW5w=</DigestValue>
      </Reference>
      <Reference URI="/ppt/diagrams/colors8.xml?ContentType=application/vnd.openxmlformats-officedocument.drawingml.diagramColors+xml">
        <DigestMethod Algorithm="http://www.w3.org/2000/09/xmldsig#sha1"/>
        <DigestValue>Fbc3F6nXNKwm+e7SJRF7Y/wCn/g=</DigestValue>
      </Reference>
      <Reference URI="/ppt/diagrams/colors9.xml?ContentType=application/vnd.openxmlformats-officedocument.drawingml.diagramColors+xml">
        <DigestMethod Algorithm="http://www.w3.org/2000/09/xmldsig#sha1"/>
        <DigestValue>fKCOjJwLOqjtshZYOB1VMxhIEp8=</DigestValue>
      </Reference>
      <Reference URI="/ppt/diagrams/data1.xml?ContentType=application/vnd.openxmlformats-officedocument.drawingml.diagramData+xml">
        <DigestMethod Algorithm="http://www.w3.org/2000/09/xmldsig#sha1"/>
        <DigestValue>xCWwyXlvQzuo6lk++pNREzamm7I=</DigestValue>
      </Reference>
      <Reference URI="/ppt/diagrams/data2.xml?ContentType=application/vnd.openxmlformats-officedocument.drawingml.diagramData+xml">
        <DigestMethod Algorithm="http://www.w3.org/2000/09/xmldsig#sha1"/>
        <DigestValue>ihTMMMvXx+aXg8Kgg3DZSgsVnW0=</DigestValue>
      </Reference>
      <Reference URI="/ppt/diagrams/data3.xml?ContentType=application/vnd.openxmlformats-officedocument.drawingml.diagramData+xml">
        <DigestMethod Algorithm="http://www.w3.org/2000/09/xmldsig#sha1"/>
        <DigestValue>MKvqNnJKR47rcZ77M/cTWStwHiY=</DigestValue>
      </Reference>
      <Reference URI="/ppt/diagrams/data4.xml?ContentType=application/vnd.openxmlformats-officedocument.drawingml.diagramData+xml">
        <DigestMethod Algorithm="http://www.w3.org/2000/09/xmldsig#sha1"/>
        <DigestValue>pZ7gdMPjTw/JH/THIu5kuI7OVNQ=</DigestValue>
      </Reference>
      <Reference URI="/ppt/diagrams/data5.xml?ContentType=application/vnd.openxmlformats-officedocument.drawingml.diagramData+xml">
        <DigestMethod Algorithm="http://www.w3.org/2000/09/xmldsig#sha1"/>
        <DigestValue>d41yGTT7Ui9zZJihpm6DdnGFlhw=</DigestValue>
      </Reference>
      <Reference URI="/ppt/diagrams/data6.xml?ContentType=application/vnd.openxmlformats-officedocument.drawingml.diagramData+xml">
        <DigestMethod Algorithm="http://www.w3.org/2000/09/xmldsig#sha1"/>
        <DigestValue>jJuQqnVywD5qK7wpIYRoLbk/HAc=</DigestValue>
      </Reference>
      <Reference URI="/ppt/diagrams/data7.xml?ContentType=application/vnd.openxmlformats-officedocument.drawingml.diagramData+xml">
        <DigestMethod Algorithm="http://www.w3.org/2000/09/xmldsig#sha1"/>
        <DigestValue>rk3mMn8UGC9m3k97gvTmmbJGMWw=</DigestValue>
      </Reference>
      <Reference URI="/ppt/diagrams/data8.xml?ContentType=application/vnd.openxmlformats-officedocument.drawingml.diagramData+xml">
        <DigestMethod Algorithm="http://www.w3.org/2000/09/xmldsig#sha1"/>
        <DigestValue>lw716A6wFgP5S3WDdetYbDFZKt4=</DigestValue>
      </Reference>
      <Reference URI="/ppt/diagrams/data9.xml?ContentType=application/vnd.openxmlformats-officedocument.drawingml.diagramData+xml">
        <DigestMethod Algorithm="http://www.w3.org/2000/09/xmldsig#sha1"/>
        <DigestValue>H2gAAexoXR5L8Ij7D+I+6ECuUYA=</DigestValue>
      </Reference>
      <Reference URI="/ppt/diagrams/drawing1.xml?ContentType=application/vnd.ms-office.drawingml.diagramDrawing+xml">
        <DigestMethod Algorithm="http://www.w3.org/2000/09/xmldsig#sha1"/>
        <DigestValue>6RY7HdcCH13iP3CPDH2KvNkpdCs=</DigestValue>
      </Reference>
      <Reference URI="/ppt/diagrams/drawing2.xml?ContentType=application/vnd.ms-office.drawingml.diagramDrawing+xml">
        <DigestMethod Algorithm="http://www.w3.org/2000/09/xmldsig#sha1"/>
        <DigestValue>rhqfDeAhp1cqIaq5Jj08J8SH+8c=</DigestValue>
      </Reference>
      <Reference URI="/ppt/diagrams/drawing3.xml?ContentType=application/vnd.ms-office.drawingml.diagramDrawing+xml">
        <DigestMethod Algorithm="http://www.w3.org/2000/09/xmldsig#sha1"/>
        <DigestValue>Ds5090wtXgGmQ77CGeCSKphjCsI=</DigestValue>
      </Reference>
      <Reference URI="/ppt/diagrams/drawing4.xml?ContentType=application/vnd.ms-office.drawingml.diagramDrawing+xml">
        <DigestMethod Algorithm="http://www.w3.org/2000/09/xmldsig#sha1"/>
        <DigestValue>8FIbEKHgcNl1veuUrT7jYwC4O7A=</DigestValue>
      </Reference>
      <Reference URI="/ppt/diagrams/drawing5.xml?ContentType=application/vnd.ms-office.drawingml.diagramDrawing+xml">
        <DigestMethod Algorithm="http://www.w3.org/2000/09/xmldsig#sha1"/>
        <DigestValue>SHVMr8WkBdluaT1XAMKhg+lFvXo=</DigestValue>
      </Reference>
      <Reference URI="/ppt/diagrams/drawing6.xml?ContentType=application/vnd.ms-office.drawingml.diagramDrawing+xml">
        <DigestMethod Algorithm="http://www.w3.org/2000/09/xmldsig#sha1"/>
        <DigestValue>u5CG66IsSAYsX7dRVi5LmOXTcnQ=</DigestValue>
      </Reference>
      <Reference URI="/ppt/diagrams/drawing7.xml?ContentType=application/vnd.ms-office.drawingml.diagramDrawing+xml">
        <DigestMethod Algorithm="http://www.w3.org/2000/09/xmldsig#sha1"/>
        <DigestValue>qVPQ8th4OgTs4hxbvYodzG9FL5w=</DigestValue>
      </Reference>
      <Reference URI="/ppt/diagrams/drawing8.xml?ContentType=application/vnd.ms-office.drawingml.diagramDrawing+xml">
        <DigestMethod Algorithm="http://www.w3.org/2000/09/xmldsig#sha1"/>
        <DigestValue>0tH7Pb6iPF29YWgypE5JSPQ3kFs=</DigestValue>
      </Reference>
      <Reference URI="/ppt/diagrams/drawing9.xml?ContentType=application/vnd.ms-office.drawingml.diagramDrawing+xml">
        <DigestMethod Algorithm="http://www.w3.org/2000/09/xmldsig#sha1"/>
        <DigestValue>0eyIWDPjcGMngYNJrgvjisLYvoY=</DigestValue>
      </Reference>
      <Reference URI="/ppt/diagrams/layout1.xml?ContentType=application/vnd.openxmlformats-officedocument.drawingml.diagramLayout+xml">
        <DigestMethod Algorithm="http://www.w3.org/2000/09/xmldsig#sha1"/>
        <DigestValue>OiGetPzOix6nu0iTImgSjMMt8vU=</DigestValue>
      </Reference>
      <Reference URI="/ppt/diagrams/layout2.xml?ContentType=application/vnd.openxmlformats-officedocument.drawingml.diagramLayout+xml">
        <DigestMethod Algorithm="http://www.w3.org/2000/09/xmldsig#sha1"/>
        <DigestValue>SiN7umiXrzdwf6ea1gIDOyrMwGQ=</DigestValue>
      </Reference>
      <Reference URI="/ppt/diagrams/layout3.xml?ContentType=application/vnd.openxmlformats-officedocument.drawingml.diagramLayout+xml">
        <DigestMethod Algorithm="http://www.w3.org/2000/09/xmldsig#sha1"/>
        <DigestValue>8wLnc7oznzRLQHEO6PSkM518Rk8=</DigestValue>
      </Reference>
      <Reference URI="/ppt/diagrams/layout4.xml?ContentType=application/vnd.openxmlformats-officedocument.drawingml.diagramLayout+xml">
        <DigestMethod Algorithm="http://www.w3.org/2000/09/xmldsig#sha1"/>
        <DigestValue>aPhly91B7sdF/P/2QkZF/gmYPiQ=</DigestValue>
      </Reference>
      <Reference URI="/ppt/diagrams/layout5.xml?ContentType=application/vnd.openxmlformats-officedocument.drawingml.diagramLayout+xml">
        <DigestMethod Algorithm="http://www.w3.org/2000/09/xmldsig#sha1"/>
        <DigestValue>zzCTpfHSi6596zR1V2aYaKbtqLo=</DigestValue>
      </Reference>
      <Reference URI="/ppt/diagrams/layout6.xml?ContentType=application/vnd.openxmlformats-officedocument.drawingml.diagramLayout+xml">
        <DigestMethod Algorithm="http://www.w3.org/2000/09/xmldsig#sha1"/>
        <DigestValue>zzCTpfHSi6596zR1V2aYaKbtqLo=</DigestValue>
      </Reference>
      <Reference URI="/ppt/diagrams/layout7.xml?ContentType=application/vnd.openxmlformats-officedocument.drawingml.diagramLayout+xml">
        <DigestMethod Algorithm="http://www.w3.org/2000/09/xmldsig#sha1"/>
        <DigestValue>C4/EFUiTy88MNPBGh0yYJhEwQDA=</DigestValue>
      </Reference>
      <Reference URI="/ppt/diagrams/layout8.xml?ContentType=application/vnd.openxmlformats-officedocument.drawingml.diagramLayout+xml">
        <DigestMethod Algorithm="http://www.w3.org/2000/09/xmldsig#sha1"/>
        <DigestValue>zzCTpfHSi6596zR1V2aYaKbtqLo=</DigestValue>
      </Reference>
      <Reference URI="/ppt/diagrams/layout9.xml?ContentType=application/vnd.openxmlformats-officedocument.drawingml.diagramLayout+xml">
        <DigestMethod Algorithm="http://www.w3.org/2000/09/xmldsig#sha1"/>
        <DigestValue>dUFLW153TlOe9P7+euoJpbtxzOg=</DigestValue>
      </Reference>
      <Reference URI="/ppt/diagrams/quickStyle1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2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3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4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5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6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7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8.xml?ContentType=application/vnd.openxmlformats-officedocument.drawingml.diagramStyle+xml">
        <DigestMethod Algorithm="http://www.w3.org/2000/09/xmldsig#sha1"/>
        <DigestValue>ySmcYlvOjNd9jPniZAxyjrD9DfU=</DigestValue>
      </Reference>
      <Reference URI="/ppt/diagrams/quickStyle9.xml?ContentType=application/vnd.openxmlformats-officedocument.drawingml.diagramStyle+xml">
        <DigestMethod Algorithm="http://www.w3.org/2000/09/xmldsig#sha1"/>
        <DigestValue>ySmcYlvOjNd9jPniZAxyjrD9DfU=</DigestValue>
      </Reference>
      <Reference URI="/ppt/ink/ink1.xml?ContentType=application/inkml+xml">
        <DigestMethod Algorithm="http://www.w3.org/2000/09/xmldsig#sha1"/>
        <DigestValue>UAX5ZPNMTqzPVL2z+Y4psWeAmVk=</DigestValue>
      </Reference>
      <Reference URI="/ppt/ink/ink2.xml?ContentType=application/inkml+xml">
        <DigestMethod Algorithm="http://www.w3.org/2000/09/xmldsig#sha1"/>
        <DigestValue>hZflwBMfHFWtjkzhGusLrj2H15s=</DigestValue>
      </Reference>
      <Reference URI="/ppt/ink/ink3.xml?ContentType=application/inkml+xml">
        <DigestMethod Algorithm="http://www.w3.org/2000/09/xmldsig#sha1"/>
        <DigestValue>9i+pqyewaJ+c32gvEE9IjYCV5q4=</DigestValue>
      </Reference>
      <Reference URI="/ppt/media/image1.png?ContentType=image/png">
        <DigestMethod Algorithm="http://www.w3.org/2000/09/xmldsig#sha1"/>
        <DigestValue>OoARxoU2c0RPy/1JPnAgJRibMvc=</DigestValue>
      </Reference>
      <Reference URI="/ppt/media/image10.svg?ContentType=image/svg+xml">
        <DigestMethod Algorithm="http://www.w3.org/2000/09/xmldsig#sha1"/>
        <DigestValue>ZgtmBqRlDmwnMJQ0ekj9hKbTWjo=</DigestValue>
      </Reference>
      <Reference URI="/ppt/media/image11.png?ContentType=image/png">
        <DigestMethod Algorithm="http://www.w3.org/2000/09/xmldsig#sha1"/>
        <DigestValue>X6Ic9AmYJJuZWD4X0+Vl8W+ozyI=</DigestValue>
      </Reference>
      <Reference URI="/ppt/media/image12.svg?ContentType=image/svg+xml">
        <DigestMethod Algorithm="http://www.w3.org/2000/09/xmldsig#sha1"/>
        <DigestValue>AL+inW+AqUwwxPMmIZGWhRaV1KU=</DigestValue>
      </Reference>
      <Reference URI="/ppt/media/image13.png?ContentType=image/png">
        <DigestMethod Algorithm="http://www.w3.org/2000/09/xmldsig#sha1"/>
        <DigestValue>vIl95TH7SZZgrJFdW/Q5jIUsxAM=</DigestValue>
      </Reference>
      <Reference URI="/ppt/media/image14.svg?ContentType=image/svg+xml">
        <DigestMethod Algorithm="http://www.w3.org/2000/09/xmldsig#sha1"/>
        <DigestValue>8A8Pt+FbjVruaqXiu6QN6h5ev8Y=</DigestValue>
      </Reference>
      <Reference URI="/ppt/media/image15.png?ContentType=image/png">
        <DigestMethod Algorithm="http://www.w3.org/2000/09/xmldsig#sha1"/>
        <DigestValue>4nJtPd6ds220xgWcu6RAL4lu1lw=</DigestValue>
      </Reference>
      <Reference URI="/ppt/media/image16.png?ContentType=image/png">
        <DigestMethod Algorithm="http://www.w3.org/2000/09/xmldsig#sha1"/>
        <DigestValue>OK7Lzju2cmCa4ZRmh1qKReKKxeU=</DigestValue>
      </Reference>
      <Reference URI="/ppt/media/image17.png?ContentType=image/png">
        <DigestMethod Algorithm="http://www.w3.org/2000/09/xmldsig#sha1"/>
        <DigestValue>+b1yGUCGxfmZ8RqwJnFy2XC44Yw=</DigestValue>
      </Reference>
      <Reference URI="/ppt/media/image18.png?ContentType=image/png">
        <DigestMethod Algorithm="http://www.w3.org/2000/09/xmldsig#sha1"/>
        <DigestValue>0lYgIxnSTskZr91fqIzMtLw4M5Y=</DigestValue>
      </Reference>
      <Reference URI="/ppt/media/image19.png?ContentType=image/png">
        <DigestMethod Algorithm="http://www.w3.org/2000/09/xmldsig#sha1"/>
        <DigestValue>Le1XFHRhm44Lr0wk5d5kO4AQ474=</DigestValue>
      </Reference>
      <Reference URI="/ppt/media/image2.svg?ContentType=image/svg+xml">
        <DigestMethod Algorithm="http://www.w3.org/2000/09/xmldsig#sha1"/>
        <DigestValue>HKOmAQHZKe+EWL8m0dKqdgC4u0s=</DigestValue>
      </Reference>
      <Reference URI="/ppt/media/image20.svg?ContentType=image/svg+xml">
        <DigestMethod Algorithm="http://www.w3.org/2000/09/xmldsig#sha1"/>
        <DigestValue>fGiNgfN+RTqD5qaxfO4FAQq9z8Q=</DigestValue>
      </Reference>
      <Reference URI="/ppt/media/image21.png?ContentType=image/png">
        <DigestMethod Algorithm="http://www.w3.org/2000/09/xmldsig#sha1"/>
        <DigestValue>9JS+tJMz5mgWpYwDLBngRli918I=</DigestValue>
      </Reference>
      <Reference URI="/ppt/media/image22.svg?ContentType=image/svg+xml">
        <DigestMethod Algorithm="http://www.w3.org/2000/09/xmldsig#sha1"/>
        <DigestValue>NWGmoU4C+EALtRWF+U0nwn7m7XQ=</DigestValue>
      </Reference>
      <Reference URI="/ppt/media/image23.png?ContentType=image/png">
        <DigestMethod Algorithm="http://www.w3.org/2000/09/xmldsig#sha1"/>
        <DigestValue>E2WIcSKwuVFC1Lj5deWAB4iAYmg=</DigestValue>
      </Reference>
      <Reference URI="/ppt/media/image24.svg?ContentType=image/svg+xml">
        <DigestMethod Algorithm="http://www.w3.org/2000/09/xmldsig#sha1"/>
        <DigestValue>TH8Adm7Z9GIEVwfuS4qPjjtF/cw=</DigestValue>
      </Reference>
      <Reference URI="/ppt/media/image25.png?ContentType=image/png">
        <DigestMethod Algorithm="http://www.w3.org/2000/09/xmldsig#sha1"/>
        <DigestValue>vGdiS61iUI2zG8pzSx3tPUxEpuk=</DigestValue>
      </Reference>
      <Reference URI="/ppt/media/image26.svg?ContentType=image/svg+xml">
        <DigestMethod Algorithm="http://www.w3.org/2000/09/xmldsig#sha1"/>
        <DigestValue>2tRtoQ0ADUcRcm3JT4OoF6pMTTE=</DigestValue>
      </Reference>
      <Reference URI="/ppt/media/image27.png?ContentType=image/png">
        <DigestMethod Algorithm="http://www.w3.org/2000/09/xmldsig#sha1"/>
        <DigestValue>aJ0bm01+zMfN4y6j9dgb3RKaaUQ=</DigestValue>
      </Reference>
      <Reference URI="/ppt/media/image28.svg?ContentType=image/svg+xml">
        <DigestMethod Algorithm="http://www.w3.org/2000/09/xmldsig#sha1"/>
        <DigestValue>X+OsN7m/lHH8d4Gg/+6nd8tAGcA=</DigestValue>
      </Reference>
      <Reference URI="/ppt/media/image29.png?ContentType=image/png">
        <DigestMethod Algorithm="http://www.w3.org/2000/09/xmldsig#sha1"/>
        <DigestValue>Bjo9zaSvHrsKxnBYTGNHK9Iu5/E=</DigestValue>
      </Reference>
      <Reference URI="/ppt/media/image3.png?ContentType=image/png">
        <DigestMethod Algorithm="http://www.w3.org/2000/09/xmldsig#sha1"/>
        <DigestValue>HcLF4PBUZhw1SL8emBBIKheVN9g=</DigestValue>
      </Reference>
      <Reference URI="/ppt/media/image30.svg?ContentType=image/svg+xml">
        <DigestMethod Algorithm="http://www.w3.org/2000/09/xmldsig#sha1"/>
        <DigestValue>V9vcnhge5coFFsfTD+F0VZtg3aw=</DigestValue>
      </Reference>
      <Reference URI="/ppt/media/image31.png?ContentType=image/png">
        <DigestMethod Algorithm="http://www.w3.org/2000/09/xmldsig#sha1"/>
        <DigestValue>M4UFecteU9rv6JVNAySrZak5/PI=</DigestValue>
      </Reference>
      <Reference URI="/ppt/media/image32.svg?ContentType=image/svg+xml">
        <DigestMethod Algorithm="http://www.w3.org/2000/09/xmldsig#sha1"/>
        <DigestValue>pJBfm6AB+jFZI9fxBijMD2rGIKA=</DigestValue>
      </Reference>
      <Reference URI="/ppt/media/image33.png?ContentType=image/png">
        <DigestMethod Algorithm="http://www.w3.org/2000/09/xmldsig#sha1"/>
        <DigestValue>7Ua/0VLVmbW4AUwt9/NaQRDK/bQ=</DigestValue>
      </Reference>
      <Reference URI="/ppt/media/image34.svg?ContentType=image/svg+xml">
        <DigestMethod Algorithm="http://www.w3.org/2000/09/xmldsig#sha1"/>
        <DigestValue>vNhlpXTNxODkMLbbkV0UzremRsU=</DigestValue>
      </Reference>
      <Reference URI="/ppt/media/image35.png?ContentType=image/png">
        <DigestMethod Algorithm="http://www.w3.org/2000/09/xmldsig#sha1"/>
        <DigestValue>+TW7PkbRQ3l65avaqqOtWPy7xqo=</DigestValue>
      </Reference>
      <Reference URI="/ppt/media/image36.svg?ContentType=image/svg+xml">
        <DigestMethod Algorithm="http://www.w3.org/2000/09/xmldsig#sha1"/>
        <DigestValue>yp3xotzy85D2ALAykuf6nkU0Faw=</DigestValue>
      </Reference>
      <Reference URI="/ppt/media/image37.png?ContentType=image/png">
        <DigestMethod Algorithm="http://www.w3.org/2000/09/xmldsig#sha1"/>
        <DigestValue>Uc7Jq/BBVy0qmDNFZuY7cTM6bEI=</DigestValue>
      </Reference>
      <Reference URI="/ppt/media/image38.svg?ContentType=image/svg+xml">
        <DigestMethod Algorithm="http://www.w3.org/2000/09/xmldsig#sha1"/>
        <DigestValue>9n7StszqEBhWMLyz3sERPiNPCDM=</DigestValue>
      </Reference>
      <Reference URI="/ppt/media/image39.png?ContentType=image/png">
        <DigestMethod Algorithm="http://www.w3.org/2000/09/xmldsig#sha1"/>
        <DigestValue>DNx2kT0ooML2BGNyuea6STexp44=</DigestValue>
      </Reference>
      <Reference URI="/ppt/media/image4.svg?ContentType=image/svg+xml">
        <DigestMethod Algorithm="http://www.w3.org/2000/09/xmldsig#sha1"/>
        <DigestValue>RQfhntcbFnTWTCG69umAkDAWicM=</DigestValue>
      </Reference>
      <Reference URI="/ppt/media/image40.svg?ContentType=image/svg+xml">
        <DigestMethod Algorithm="http://www.w3.org/2000/09/xmldsig#sha1"/>
        <DigestValue>nZWObBnSQdkbx3i/rXfoYJoFM4Y=</DigestValue>
      </Reference>
      <Reference URI="/ppt/media/image41.png?ContentType=image/png">
        <DigestMethod Algorithm="http://www.w3.org/2000/09/xmldsig#sha1"/>
        <DigestValue>rbA/aqzaBMLiA2+/UJb//0/RH7Q=</DigestValue>
      </Reference>
      <Reference URI="/ppt/media/image42.svg?ContentType=image/svg+xml">
        <DigestMethod Algorithm="http://www.w3.org/2000/09/xmldsig#sha1"/>
        <DigestValue>RXsS3pBo2y4nUUQUt2KbeXsLy1I=</DigestValue>
      </Reference>
      <Reference URI="/ppt/media/image43.png?ContentType=image/png">
        <DigestMethod Algorithm="http://www.w3.org/2000/09/xmldsig#sha1"/>
        <DigestValue>vdRHPEYqx852EnVajGwkaDRFXsU=</DigestValue>
      </Reference>
      <Reference URI="/ppt/media/image44.svg?ContentType=image/svg+xml">
        <DigestMethod Algorithm="http://www.w3.org/2000/09/xmldsig#sha1"/>
        <DigestValue>+TdcgDOvk2/xZZ+BeMNEy5gFhqU=</DigestValue>
      </Reference>
      <Reference URI="/ppt/media/image5.png?ContentType=image/png">
        <DigestMethod Algorithm="http://www.w3.org/2000/09/xmldsig#sha1"/>
        <DigestValue>gOLY1APaluDzFw0UhMACJ32DS+Q=</DigestValue>
      </Reference>
      <Reference URI="/ppt/media/image6.svg?ContentType=image/svg+xml">
        <DigestMethod Algorithm="http://www.w3.org/2000/09/xmldsig#sha1"/>
        <DigestValue>8K6G/gEFpfyJG0R1nYd/Cs/YONc=</DigestValue>
      </Reference>
      <Reference URI="/ppt/media/image7.png?ContentType=image/png">
        <DigestMethod Algorithm="http://www.w3.org/2000/09/xmldsig#sha1"/>
        <DigestValue>/N+9TAtVxcqBnuCFLnBHBrmIb5I=</DigestValue>
      </Reference>
      <Reference URI="/ppt/media/image8.svg?ContentType=image/svg+xml">
        <DigestMethod Algorithm="http://www.w3.org/2000/09/xmldsig#sha1"/>
        <DigestValue>NcbMVyoBf8VDBmfnCMaTIz/TpQM=</DigestValue>
      </Reference>
      <Reference URI="/ppt/media/image9.png?ContentType=image/png">
        <DigestMethod Algorithm="http://www.w3.org/2000/09/xmldsig#sha1"/>
        <DigestValue>lekB8tz8NZVZZrljaYWsws09s80=</DigestValue>
      </Reference>
      <Reference URI="/ppt/notesMasters/_rels/notes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UK+aZXLskzfb720BpdJb+pH62O8=</DigestValue>
      </Reference>
      <Reference URI="/ppt/notesMasters/notesMaster1.xml?ContentType=application/vnd.openxmlformats-officedocument.presentationml.notesMaster+xml">
        <DigestMethod Algorithm="http://www.w3.org/2000/09/xmldsig#sha1"/>
        <DigestValue>8kCK5dRFs8OJyDUVmq/HmEf2S0k=</DigestValue>
      </Reference>
      <Reference URI="/ppt/notesSlides/_rels/notes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Sw6phtcjtO33d7N2KiU6tZ4Rxmk=</DigestValue>
      </Reference>
      <Reference URI="/ppt/notesSlides/_rels/notes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2fg6f4unX4J/fEgUq+Z2TceXn+U=</DigestValue>
      </Reference>
      <Reference URI="/ppt/notesSlides/_rels/notes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3dYQrDxcuhzCJ+9anmewcBEXCJ0=</DigestValue>
      </Reference>
      <Reference URI="/ppt/notesSlides/_rels/notes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nBUfyyejnpfAfNZLjkmi9hNr0As=</DigestValue>
      </Reference>
      <Reference URI="/ppt/notesSlides/_rels/notes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R/dNDZ/G1Hk+EAjMe4vQBFOEuLg=</DigestValue>
      </Reference>
      <Reference URI="/ppt/notesSlides/_rels/notes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s3lBy59uK+MCRFAjcc36z76iYN4=</DigestValue>
      </Reference>
      <Reference URI="/ppt/notesSlides/_rels/notes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/tkmKStn5xZf9fkA1GD6N6vE/tk=</DigestValue>
      </Reference>
      <Reference URI="/ppt/notesSlides/_rels/notes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7GkUFDm59XcYZQTN5mUm7HmfLig=</DigestValue>
      </Reference>
      <Reference URI="/ppt/notesSlides/_rels/notes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7riYAeLdOeMO2L33BrGMqeF+Hsg=</DigestValue>
      </Reference>
      <Reference URI="/ppt/notesSlides/_rels/notes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fQlpZZ3Qdh692oTyEsFludkYjA0=</DigestValue>
      </Reference>
      <Reference URI="/ppt/notesSlides/_rels/notes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tOFZhLkPi+sOA8h7Onmxua+YXYA=</DigestValue>
      </Reference>
      <Reference URI="/ppt/notesSlides/_rels/notes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wmO25OC3dfmPFgAKMuSD8+huPcU=</DigestValue>
      </Reference>
      <Reference URI="/ppt/notesSlides/_rels/notes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0OrEs7gZ+FT6llQan3DZp1ZkYUY=</DigestValue>
      </Reference>
      <Reference URI="/ppt/notesSlides/_rels/notes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IYBUh88vPVkCUORZ3/TL2yRj0J4=</DigestValue>
      </Reference>
      <Reference URI="/ppt/notesSlides/notesSlide1.xml?ContentType=application/vnd.openxmlformats-officedocument.presentationml.notesSlide+xml">
        <DigestMethod Algorithm="http://www.w3.org/2000/09/xmldsig#sha1"/>
        <DigestValue>Sr4SsrAcWaLUU+dXKOHKtyaU72I=</DigestValue>
      </Reference>
      <Reference URI="/ppt/notesSlides/notesSlide10.xml?ContentType=application/vnd.openxmlformats-officedocument.presentationml.notesSlide+xml">
        <DigestMethod Algorithm="http://www.w3.org/2000/09/xmldsig#sha1"/>
        <DigestValue>gb6p4jMPmGQ1LNg0RpfwRwTyHNA=</DigestValue>
      </Reference>
      <Reference URI="/ppt/notesSlides/notesSlide11.xml?ContentType=application/vnd.openxmlformats-officedocument.presentationml.notesSlide+xml">
        <DigestMethod Algorithm="http://www.w3.org/2000/09/xmldsig#sha1"/>
        <DigestValue>WlWHTjrT4TrinBqOYtd5zjcaOa8=</DigestValue>
      </Reference>
      <Reference URI="/ppt/notesSlides/notesSlide12.xml?ContentType=application/vnd.openxmlformats-officedocument.presentationml.notesSlide+xml">
        <DigestMethod Algorithm="http://www.w3.org/2000/09/xmldsig#sha1"/>
        <DigestValue>EIjLYQzVZpcdo3YJh6sOYhwa9c4=</DigestValue>
      </Reference>
      <Reference URI="/ppt/notesSlides/notesSlide13.xml?ContentType=application/vnd.openxmlformats-officedocument.presentationml.notesSlide+xml">
        <DigestMethod Algorithm="http://www.w3.org/2000/09/xmldsig#sha1"/>
        <DigestValue>S6wYEzt9SdKWATWCFUmU6qHKaBc=</DigestValue>
      </Reference>
      <Reference URI="/ppt/notesSlides/notesSlide14.xml?ContentType=application/vnd.openxmlformats-officedocument.presentationml.notesSlide+xml">
        <DigestMethod Algorithm="http://www.w3.org/2000/09/xmldsig#sha1"/>
        <DigestValue>191RdXw+q2q3YfAa8EozUqqdYdQ=</DigestValue>
      </Reference>
      <Reference URI="/ppt/notesSlides/notesSlide2.xml?ContentType=application/vnd.openxmlformats-officedocument.presentationml.notesSlide+xml">
        <DigestMethod Algorithm="http://www.w3.org/2000/09/xmldsig#sha1"/>
        <DigestValue>sZ3YYI+fh1WrTsP6Oge9zHxwyaA=</DigestValue>
      </Reference>
      <Reference URI="/ppt/notesSlides/notesSlide3.xml?ContentType=application/vnd.openxmlformats-officedocument.presentationml.notesSlide+xml">
        <DigestMethod Algorithm="http://www.w3.org/2000/09/xmldsig#sha1"/>
        <DigestValue>z0dXJ41l2AThzG+OyM8HG2/V3FU=</DigestValue>
      </Reference>
      <Reference URI="/ppt/notesSlides/notesSlide4.xml?ContentType=application/vnd.openxmlformats-officedocument.presentationml.notesSlide+xml">
        <DigestMethod Algorithm="http://www.w3.org/2000/09/xmldsig#sha1"/>
        <DigestValue>ibs2WMRxTUvQkNCtyKm6LwRPvac=</DigestValue>
      </Reference>
      <Reference URI="/ppt/notesSlides/notesSlide5.xml?ContentType=application/vnd.openxmlformats-officedocument.presentationml.notesSlide+xml">
        <DigestMethod Algorithm="http://www.w3.org/2000/09/xmldsig#sha1"/>
        <DigestValue>KlflLfCqUpoDV7LzniwSuhwUG/s=</DigestValue>
      </Reference>
      <Reference URI="/ppt/notesSlides/notesSlide6.xml?ContentType=application/vnd.openxmlformats-officedocument.presentationml.notesSlide+xml">
        <DigestMethod Algorithm="http://www.w3.org/2000/09/xmldsig#sha1"/>
        <DigestValue>FA1wTgwXCHIzqryib1TupCDLdj0=</DigestValue>
      </Reference>
      <Reference URI="/ppt/notesSlides/notesSlide7.xml?ContentType=application/vnd.openxmlformats-officedocument.presentationml.notesSlide+xml">
        <DigestMethod Algorithm="http://www.w3.org/2000/09/xmldsig#sha1"/>
        <DigestValue>uTMWW2wcXOZLy5HzGXNWmdHRrY8=</DigestValue>
      </Reference>
      <Reference URI="/ppt/notesSlides/notesSlide8.xml?ContentType=application/vnd.openxmlformats-officedocument.presentationml.notesSlide+xml">
        <DigestMethod Algorithm="http://www.w3.org/2000/09/xmldsig#sha1"/>
        <DigestValue>H/WIs4AcHwa7+9t0Gr73R5Hq70A=</DigestValue>
      </Reference>
      <Reference URI="/ppt/notesSlides/notesSlide9.xml?ContentType=application/vnd.openxmlformats-officedocument.presentationml.notesSlide+xml">
        <DigestMethod Algorithm="http://www.w3.org/2000/09/xmldsig#sha1"/>
        <DigestValue>m0NACBc/IJGUwm2UimJm1tz+8VU=</DigestValue>
      </Reference>
      <Reference URI="/ppt/presentation.xml?ContentType=application/vnd.openxmlformats-officedocument.presentationml.presentation.main+xml">
        <DigestMethod Algorithm="http://www.w3.org/2000/09/xmldsig#sha1"/>
        <DigestValue>zxm8ayrNt2B5ZCR9fxTuA4uRKbg=</DigestValue>
      </Reference>
      <Reference URI="/ppt/presProps.xml?ContentType=application/vnd.openxmlformats-officedocument.presentationml.presProps+xml">
        <DigestMethod Algorithm="http://www.w3.org/2000/09/xmldsig#sha1"/>
        <DigestValue>wEem7hs1C+WwU3OfbHUjhlLusto=</DigestValue>
      </Reference>
      <Reference URI="/ppt/revisionInfo.xml?ContentType=application/vnd.ms-powerpoint.revisioninfo+xml">
        <DigestMethod Algorithm="http://www.w3.org/2000/09/xmldsig#sha1"/>
        <DigestValue>utALedvIcwJ3mHG3DgFBr3CvqEI=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dYByJLKRFpilzHfDpCCztlNdVng=</DigestValue>
      </Reference>
      <Reference URI="/ppt/slideLayouts/slideLayout1.xml?ContentType=application/vnd.openxmlformats-officedocument.presentationml.slideLayout+xml">
        <DigestMethod Algorithm="http://www.w3.org/2000/09/xmldsig#sha1"/>
        <DigestValue>kcC0NUD0549ORTMujO2+1Xnh+BE=</DigestValue>
      </Reference>
      <Reference URI="/ppt/slideLayouts/slideLayout10.xml?ContentType=application/vnd.openxmlformats-officedocument.presentationml.slideLayout+xml">
        <DigestMethod Algorithm="http://www.w3.org/2000/09/xmldsig#sha1"/>
        <DigestValue>deh46gxGO2naIegOowpXBEZ1LjI=</DigestValue>
      </Reference>
      <Reference URI="/ppt/slideLayouts/slideLayout11.xml?ContentType=application/vnd.openxmlformats-officedocument.presentationml.slideLayout+xml">
        <DigestMethod Algorithm="http://www.w3.org/2000/09/xmldsig#sha1"/>
        <DigestValue>3siSuZCcVfmGehbpXkFfFXa9ApY=</DigestValue>
      </Reference>
      <Reference URI="/ppt/slideLayouts/slideLayout2.xml?ContentType=application/vnd.openxmlformats-officedocument.presentationml.slideLayout+xml">
        <DigestMethod Algorithm="http://www.w3.org/2000/09/xmldsig#sha1"/>
        <DigestValue>o3E1KtW7inSDUyRAlYGl4+Pr1Qk=</DigestValue>
      </Reference>
      <Reference URI="/ppt/slideLayouts/slideLayout3.xml?ContentType=application/vnd.openxmlformats-officedocument.presentationml.slideLayout+xml">
        <DigestMethod Algorithm="http://www.w3.org/2000/09/xmldsig#sha1"/>
        <DigestValue>CYHqXWo6A58dt5YGEToExnf7Is4=</DigestValue>
      </Reference>
      <Reference URI="/ppt/slideLayouts/slideLayout4.xml?ContentType=application/vnd.openxmlformats-officedocument.presentationml.slideLayout+xml">
        <DigestMethod Algorithm="http://www.w3.org/2000/09/xmldsig#sha1"/>
        <DigestValue>+MJU/nAVDpycbZs12jde9EaVNDE=</DigestValue>
      </Reference>
      <Reference URI="/ppt/slideLayouts/slideLayout5.xml?ContentType=application/vnd.openxmlformats-officedocument.presentationml.slideLayout+xml">
        <DigestMethod Algorithm="http://www.w3.org/2000/09/xmldsig#sha1"/>
        <DigestValue>Zwx45Ia/OVBFgoHFUDNBVTPfsrQ=</DigestValue>
      </Reference>
      <Reference URI="/ppt/slideLayouts/slideLayout6.xml?ContentType=application/vnd.openxmlformats-officedocument.presentationml.slideLayout+xml">
        <DigestMethod Algorithm="http://www.w3.org/2000/09/xmldsig#sha1"/>
        <DigestValue>WqjzWaA2Rr/hkwL5F2Jawj+jR6U=</DigestValue>
      </Reference>
      <Reference URI="/ppt/slideLayouts/slideLayout7.xml?ContentType=application/vnd.openxmlformats-officedocument.presentationml.slideLayout+xml">
        <DigestMethod Algorithm="http://www.w3.org/2000/09/xmldsig#sha1"/>
        <DigestValue>bhYYKvaH3pVEIoO5nRWgF7fM3SI=</DigestValue>
      </Reference>
      <Reference URI="/ppt/slideLayouts/slideLayout8.xml?ContentType=application/vnd.openxmlformats-officedocument.presentationml.slideLayout+xml">
        <DigestMethod Algorithm="http://www.w3.org/2000/09/xmldsig#sha1"/>
        <DigestValue>9foasWyx8LkWwpRFXaa/hh3t5lE=</DigestValue>
      </Reference>
      <Reference URI="/ppt/slideLayouts/slideLayout9.xml?ContentType=application/vnd.openxmlformats-officedocument.presentationml.slideLayout+xml">
        <DigestMethod Algorithm="http://www.w3.org/2000/09/xmldsig#sha1"/>
        <DigestValue>WH/rySVwyx6sTnBaUglOyPYSRAQ=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</Transform>
          <Transform Algorithm="http://www.w3.org/TR/2001/REC-xml-c14n-20010315"/>
        </Transforms>
        <DigestMethod Algorithm="http://www.w3.org/2000/09/xmldsig#sha1"/>
        <DigestValue>FKAuz83PS8d31d6TrfNpQ0KriEI=</DigestValue>
      </Reference>
      <Reference URI="/ppt/slideMasters/slideMaster1.xml?ContentType=application/vnd.openxmlformats-officedocument.presentationml.slideMaster+xml">
        <DigestMethod Algorithm="http://www.w3.org/2000/09/xmldsig#sha1"/>
        <DigestValue>pFFA1S51fOF9yoF2ppdTSbRu/8o=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Y4xwN4sffvEqfZ8Jv9at7OGSPhE=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0/09/xmldsig#sha1"/>
        <DigestValue>mLnNJCIkQmfl2d6xLZ3v7QiOd4o=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P+q5VtDVZj8XugeY/FmMHgWbWDI=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0/09/xmldsig#sha1"/>
        <DigestValue>JHkcyfSQ4SwrgyILhkUFeZvGbhU=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0/09/xmldsig#sha1"/>
        <DigestValue>SYyMOjvUueBIXm8aUdCnZ41V5gE=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</Transform>
          <Transform Algorithm="http://www.w3.org/TR/2001/REC-xml-c14n-20010315"/>
        </Transforms>
        <DigestMethod Algorithm="http://www.w3.org/2000/09/xmldsig#sha1"/>
        <DigestValue>SmH9G5GFifVvZNPC9Nm6d8hc3N0=</DigestValue>
      </Reference>
      <Reference URI="/ppt/slides/_rels/slide1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HtgHMyaRDXQncmvgla1vj9seY24=</DigestValue>
      </Reference>
      <Reference URI="/ppt/slides/_rels/slide1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0/09/xmldsig#sha1"/>
        <DigestValue>QcEiKNtjlAEI1qDIVvgZPz3KjUs=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4kJ0rLumqq/V4Hi90qb7vjsgR74=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0/09/xmldsig#sha1"/>
        <DigestValue>brqsBnDo3YNy/r4wNQPDdsLrJwg=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0/09/xmldsig#sha1"/>
        <DigestValue>mQaaqWW31ZRDMFGDQqs5dDrdDIU=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0/09/xmldsig#sha1"/>
        <DigestValue>nPfj4yIENzuYKtI9aJp5SwPE270=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</Transform>
          <Transform Algorithm="http://www.w3.org/TR/2001/REC-xml-c14n-20010315"/>
        </Transforms>
        <DigestMethod Algorithm="http://www.w3.org/2000/09/xmldsig#sha1"/>
        <DigestValue>2vu6JRq5/c0lLgw6zWTayUJ85gQ=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</Transform>
          <Transform Algorithm="http://www.w3.org/TR/2001/REC-xml-c14n-20010315"/>
        </Transforms>
        <DigestMethod Algorithm="http://www.w3.org/2000/09/xmldsig#sha1"/>
        <DigestValue>HjYvVZB5jqJ9VJxeN1Pv349wf+0=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QLnOwLbQlATqU3toJb1oz3R1r0M=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0/09/xmldsig#sha1"/>
        <DigestValue>VlJP1mCYERCROZaev8h58UxDw8E=</DigestValue>
      </Reference>
      <Reference URI="/ppt/slides/slide1.xml?ContentType=application/vnd.openxmlformats-officedocument.presentationml.slide+xml">
        <DigestMethod Algorithm="http://www.w3.org/2000/09/xmldsig#sha1"/>
        <DigestValue>UMN26sAFUSshsLOQFoPXPRlObSU=</DigestValue>
      </Reference>
      <Reference URI="/ppt/slides/slide10.xml?ContentType=application/vnd.openxmlformats-officedocument.presentationml.slide+xml">
        <DigestMethod Algorithm="http://www.w3.org/2000/09/xmldsig#sha1"/>
        <DigestValue>/SYtVU2mcRcPcmgJ0GXhtMlfl7E=</DigestValue>
      </Reference>
      <Reference URI="/ppt/slides/slide11.xml?ContentType=application/vnd.openxmlformats-officedocument.presentationml.slide+xml">
        <DigestMethod Algorithm="http://www.w3.org/2000/09/xmldsig#sha1"/>
        <DigestValue>ab8zx+N7Zqr80Qn8SDSiGimGy/c=</DigestValue>
      </Reference>
      <Reference URI="/ppt/slides/slide12.xml?ContentType=application/vnd.openxmlformats-officedocument.presentationml.slide+xml">
        <DigestMethod Algorithm="http://www.w3.org/2000/09/xmldsig#sha1"/>
        <DigestValue>Rj9I0iDV64NmTJX08q+7LN9rjK0=</DigestValue>
      </Reference>
      <Reference URI="/ppt/slides/slide13.xml?ContentType=application/vnd.openxmlformats-officedocument.presentationml.slide+xml">
        <DigestMethod Algorithm="http://www.w3.org/2000/09/xmldsig#sha1"/>
        <DigestValue>ifjZZ2E8InywXR46qtPpM1r/gQk=</DigestValue>
      </Reference>
      <Reference URI="/ppt/slides/slide14.xml?ContentType=application/vnd.openxmlformats-officedocument.presentationml.slide+xml">
        <DigestMethod Algorithm="http://www.w3.org/2000/09/xmldsig#sha1"/>
        <DigestValue>/LLo8LIASt+k6uC+r69qmZ0eDxk=</DigestValue>
      </Reference>
      <Reference URI="/ppt/slides/slide15.xml?ContentType=application/vnd.openxmlformats-officedocument.presentationml.slide+xml">
        <DigestMethod Algorithm="http://www.w3.org/2000/09/xmldsig#sha1"/>
        <DigestValue>Y1dFtVKbBPwri4wYNWLva9V3JAA=</DigestValue>
      </Reference>
      <Reference URI="/ppt/slides/slide16.xml?ContentType=application/vnd.openxmlformats-officedocument.presentationml.slide+xml">
        <DigestMethod Algorithm="http://www.w3.org/2000/09/xmldsig#sha1"/>
        <DigestValue>eBmd/B7CVYWOw7BNnKn704Y6uzw=</DigestValue>
      </Reference>
      <Reference URI="/ppt/slides/slide2.xml?ContentType=application/vnd.openxmlformats-officedocument.presentationml.slide+xml">
        <DigestMethod Algorithm="http://www.w3.org/2000/09/xmldsig#sha1"/>
        <DigestValue>jMMaTFXV3wbUxNSa+d7aFD9Kkeg=</DigestValue>
      </Reference>
      <Reference URI="/ppt/slides/slide3.xml?ContentType=application/vnd.openxmlformats-officedocument.presentationml.slide+xml">
        <DigestMethod Algorithm="http://www.w3.org/2000/09/xmldsig#sha1"/>
        <DigestValue>5AOQRbQlUspe15SL006k4YkaecQ=</DigestValue>
      </Reference>
      <Reference URI="/ppt/slides/slide4.xml?ContentType=application/vnd.openxmlformats-officedocument.presentationml.slide+xml">
        <DigestMethod Algorithm="http://www.w3.org/2000/09/xmldsig#sha1"/>
        <DigestValue>ItJ1OabuZHQTDVSAXFHAYqJFiew=</DigestValue>
      </Reference>
      <Reference URI="/ppt/slides/slide5.xml?ContentType=application/vnd.openxmlformats-officedocument.presentationml.slide+xml">
        <DigestMethod Algorithm="http://www.w3.org/2000/09/xmldsig#sha1"/>
        <DigestValue>epyIyzyAx3hAW9nEm6Jp6a4Hwlk=</DigestValue>
      </Reference>
      <Reference URI="/ppt/slides/slide6.xml?ContentType=application/vnd.openxmlformats-officedocument.presentationml.slide+xml">
        <DigestMethod Algorithm="http://www.w3.org/2000/09/xmldsig#sha1"/>
        <DigestValue>9k/oXDl66DlGQFOHq5imHdMuFRk=</DigestValue>
      </Reference>
      <Reference URI="/ppt/slides/slide7.xml?ContentType=application/vnd.openxmlformats-officedocument.presentationml.slide+xml">
        <DigestMethod Algorithm="http://www.w3.org/2000/09/xmldsig#sha1"/>
        <DigestValue>F43/3HLsuGdVr1txxWa0uVae+vc=</DigestValue>
      </Reference>
      <Reference URI="/ppt/slides/slide8.xml?ContentType=application/vnd.openxmlformats-officedocument.presentationml.slide+xml">
        <DigestMethod Algorithm="http://www.w3.org/2000/09/xmldsig#sha1"/>
        <DigestValue>Np3Nt5k3yIBK2atdZxltGcQu56s=</DigestValue>
      </Reference>
      <Reference URI="/ppt/slides/slide9.xml?ContentType=application/vnd.openxmlformats-officedocument.presentationml.slide+xml">
        <DigestMethod Algorithm="http://www.w3.org/2000/09/xmldsig#sha1"/>
        <DigestValue>oUsC6slpVe2j+EzQ+6Pa9dhPcas=</DigestValue>
      </Reference>
      <Reference URI="/ppt/tableStyles.xml?ContentType=application/vnd.openxmlformats-officedocument.presentationml.tableStyles+xml">
        <DigestMethod Algorithm="http://www.w3.org/2000/09/xmldsig#sha1"/>
        <DigestValue>tR1+1IBo5JIjUWACzxQnxk2d2xE=</DigestValue>
      </Reference>
      <Reference URI="/ppt/theme/theme1.xml?ContentType=application/vnd.openxmlformats-officedocument.theme+xml">
        <DigestMethod Algorithm="http://www.w3.org/2000/09/xmldsig#sha1"/>
        <DigestValue>RqvSkgmthuxCSBAHldo0m6Bf0Q0=</DigestValue>
      </Reference>
      <Reference URI="/ppt/theme/theme2.xml?ContentType=application/vnd.openxmlformats-officedocument.theme+xml">
        <DigestMethod Algorithm="http://www.w3.org/2000/09/xmldsig#sha1"/>
        <DigestValue>RqvSkgmthuxCSBAHldo0m6Bf0Q0=</DigestValue>
      </Reference>
      <Reference URI="/ppt/viewProps.xml?ContentType=application/vnd.openxmlformats-officedocument.presentationml.viewProps+xml">
        <DigestMethod Algorithm="http://www.w3.org/2000/09/xmldsig#sha1"/>
        <DigestValue>t+VrSOHgSj3FAEfOR6AkFE812o0=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2026-03-24T15:40:04Z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>Uploading presentation as a design artifact within the GitHub repository</SignatureComments>
          <WindowsVersion>10.0</WindowsVersion>
          <OfficeVersion>16.0.19725/27</OfficeVersion>
          <ApplicationVersion>16.0.19725</ApplicationVersion>
          <Monitors>2</Monitors>
          <HorizontalResolution>1920</HorizontalResolution>
          <VerticalResolution>1080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  <SignatureInfoV2 xmlns="http://schemas.microsoft.com/office/2006/digsig">
          <Address1/>
          <Address2/>
        </SignatureInfoV2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2026-03-24T15:40:04Z</xd:SigningTime>
          <xd:SigningCertificate>
            <xd:Cert>
              <xd:CertDigest>
                <DigestMethod Algorithm="http://www.w3.org/2000/09/xmldsig#sha1"/>
                <DigestValue>Beh+ijsijO+j8XVbFf4FoQwj6RQ=</DigestValue>
              </xd:CertDigest>
              <xd:IssuerSerial>
                <X509IssuerName>CN=c0d3z</X509IssuerName>
                <X509SerialNumber>120776019330160181139479512387880744923</X509SerialNumber>
              </xd:IssuerSerial>
            </xd:Cert>
          </xd:SigningCertificate>
          <xd:SignaturePolicyIdentifier>
            <xd:SignaturePolicyImplied/>
          </xd:SignaturePolicyIdentifier>
          <xd:SignatureProductionPlace>
            <xd:City>Johnson City</xd:City>
            <xd:StateOrProvince>TN</xd:StateOrProvince>
            <xd:PostalCode/>
            <xd:CountryName>United States of America</xd:CountryName>
          </xd:SignatureProductionPlace>
          <xd:SignerRole>
            <xd:ClaimedRoles>
              <xd:ClaimedRole>Quinn Daniels -- Developer</xd:ClaimedRole>
            </xd:ClaimedRoles>
          </xd:SignerRole>
        </xd:SignedSignatureProperties>
        <xd:SignedDataObjectProperties>
          <xd:CommitmentTypeIndication>
            <xd:CommitmentTypeId>
              <xd:Identifier>http://uri.etsi.org/01903/v1.2.2#ProofOfOrigin</xd:Identifier>
              <xd:Description>Created and approved this document</xd:Description>
            </xd:CommitmentTypeId>
            <xd:AllSignedDataObjects/>
            <xd:CommitmentTypeQualifiers>
              <xd:CommitmentTypeQualifier>Uploading presentation as a design artifact within the GitHub repository</xd:CommitmentTypeQualifier>
            </xd:CommitmentTypeQualifiers>
          </xd:CommitmentTypeIndication>
        </xd:SignedDataObjectProperties>
      </xd:SignedProperties>
    </xd:QualifyingProperties>
  </Object>
</Signatur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4d0943-d013-43c5-8637-3337e0232e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387BBBB5BAE4428A03FD54B0E1330E" ma:contentTypeVersion="15" ma:contentTypeDescription="Create a new document." ma:contentTypeScope="" ma:versionID="8fe0812f60bdc55adb532cc9f32c8697">
  <xsd:schema xmlns:xsd="http://www.w3.org/2001/XMLSchema" xmlns:xs="http://www.w3.org/2001/XMLSchema" xmlns:p="http://schemas.microsoft.com/office/2006/metadata/properties" xmlns:ns3="9c4d0943-d013-43c5-8637-3337e0232ee2" xmlns:ns4="de4357fc-e037-45d6-937a-e84b62eb1880" targetNamespace="http://schemas.microsoft.com/office/2006/metadata/properties" ma:root="true" ma:fieldsID="41b871fd3786bf9d015c91bdbe99c49a" ns3:_="" ns4:_="">
    <xsd:import namespace="9c4d0943-d013-43c5-8637-3337e0232ee2"/>
    <xsd:import namespace="de4357fc-e037-45d6-937a-e84b62eb18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4d0943-d013-43c5-8637-3337e0232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357fc-e037-45d6-937a-e84b62eb188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F0F95E-7848-42A2-B6BD-8B84386E56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39725C-FBA1-4925-8EC3-56F3F86206A9}">
  <ds:schemaRefs>
    <ds:schemaRef ds:uri="de4357fc-e037-45d6-937a-e84b62eb1880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9c4d0943-d013-43c5-8637-3337e0232ee2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CBC57A9-2F1C-4382-A3EA-17D5D7BF296B}">
  <ds:schemaRefs>
    <ds:schemaRef ds:uri="9c4d0943-d013-43c5-8637-3337e0232ee2"/>
    <ds:schemaRef ds:uri="de4357fc-e037-45d6-937a-e84b62eb18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732</Words>
  <Application>Microsoft Office PowerPoint</Application>
  <PresentationFormat>Widescreen</PresentationFormat>
  <Paragraphs>104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Rockwell Extra Bold</vt:lpstr>
      <vt:lpstr>Office Theme</vt:lpstr>
      <vt:lpstr>The FrienDex</vt:lpstr>
      <vt:lpstr>About the FrienDex</vt:lpstr>
      <vt:lpstr>Vision Statement</vt:lpstr>
      <vt:lpstr>Key Features</vt:lpstr>
      <vt:lpstr>Architecture</vt:lpstr>
      <vt:lpstr>Initial Database Design Concept</vt:lpstr>
      <vt:lpstr>System Information</vt:lpstr>
      <vt:lpstr>Tools and External Utilities</vt:lpstr>
      <vt:lpstr>PowerPoint Presentation</vt:lpstr>
      <vt:lpstr>Initial Product Backlog (User Stories pt. 1)</vt:lpstr>
      <vt:lpstr>Initial Product Backlog (User Stories pt. 2)</vt:lpstr>
      <vt:lpstr>Initial Product Backlog (User Stories pt. 3)</vt:lpstr>
      <vt:lpstr>Initial Product Backlog (User Stories pt. 4)</vt:lpstr>
      <vt:lpstr>High Level Release Plan</vt:lpstr>
      <vt:lpstr>Focus Plan for Sprint 1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4 Project Proposal -- The FrienDex</dc:title>
  <dc:creator>Ro Eanes;Kaleb McKinney;Jacob Robidas;Quinn Daniels;Dominic Erhabor;ERHABORE1@mail.etsu.edu</dc:creator>
  <cp:lastModifiedBy>Quinn Daniels</cp:lastModifiedBy>
  <cp:revision>3</cp:revision>
  <dcterms:created xsi:type="dcterms:W3CDTF">2026-01-27T15:16:47Z</dcterms:created>
  <dcterms:modified xsi:type="dcterms:W3CDTF">2026-03-24T15:37:55Z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0x010100C3387BBBB5BAE4428A03FD54B0E1330E</vt:lpwstr>
  </property>
</Properties>
</file>